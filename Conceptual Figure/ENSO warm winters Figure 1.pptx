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7967325" cy="110918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>
        <p:scale>
          <a:sx n="40" d="100"/>
          <a:sy n="40" d="100"/>
        </p:scale>
        <p:origin x="1502" y="61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45916" y="1815266"/>
            <a:ext cx="13475494" cy="3861612"/>
          </a:xfrm>
        </p:spPr>
        <p:txBody>
          <a:bodyPr anchor="b"/>
          <a:lstStyle>
            <a:lvl1pPr algn="ctr">
              <a:defRPr sz="884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45916" y="5825797"/>
            <a:ext cx="13475494" cy="2677965"/>
          </a:xfrm>
        </p:spPr>
        <p:txBody>
          <a:bodyPr/>
          <a:lstStyle>
            <a:lvl1pPr marL="0" indent="0" algn="ctr">
              <a:buNone/>
              <a:defRPr sz="3537"/>
            </a:lvl1pPr>
            <a:lvl2pPr marL="673776" indent="0" algn="ctr">
              <a:buNone/>
              <a:defRPr sz="2947"/>
            </a:lvl2pPr>
            <a:lvl3pPr marL="1347551" indent="0" algn="ctr">
              <a:buNone/>
              <a:defRPr sz="2653"/>
            </a:lvl3pPr>
            <a:lvl4pPr marL="2021327" indent="0" algn="ctr">
              <a:buNone/>
              <a:defRPr sz="2358"/>
            </a:lvl4pPr>
            <a:lvl5pPr marL="2695103" indent="0" algn="ctr">
              <a:buNone/>
              <a:defRPr sz="2358"/>
            </a:lvl5pPr>
            <a:lvl6pPr marL="3368878" indent="0" algn="ctr">
              <a:buNone/>
              <a:defRPr sz="2358"/>
            </a:lvl6pPr>
            <a:lvl7pPr marL="4042654" indent="0" algn="ctr">
              <a:buNone/>
              <a:defRPr sz="2358"/>
            </a:lvl7pPr>
            <a:lvl8pPr marL="4716429" indent="0" algn="ctr">
              <a:buNone/>
              <a:defRPr sz="2358"/>
            </a:lvl8pPr>
            <a:lvl9pPr marL="5390205" indent="0" algn="ctr">
              <a:buNone/>
              <a:defRPr sz="235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C3A40-DE71-4275-BB07-485986C9872F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8E7FB-EA7D-4E61-B22D-D55EEA3BA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989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C3A40-DE71-4275-BB07-485986C9872F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8E7FB-EA7D-4E61-B22D-D55EEA3BA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132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5896" y="2765265"/>
            <a:ext cx="15496818" cy="4613906"/>
          </a:xfrm>
        </p:spPr>
        <p:txBody>
          <a:bodyPr anchor="b"/>
          <a:lstStyle>
            <a:lvl1pPr>
              <a:defRPr sz="884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5896" y="7422820"/>
            <a:ext cx="15496818" cy="2426344"/>
          </a:xfrm>
        </p:spPr>
        <p:txBody>
          <a:bodyPr/>
          <a:lstStyle>
            <a:lvl1pPr marL="0" indent="0">
              <a:buNone/>
              <a:defRPr sz="3537">
                <a:solidFill>
                  <a:schemeClr val="tx1">
                    <a:tint val="82000"/>
                  </a:schemeClr>
                </a:solidFill>
              </a:defRPr>
            </a:lvl1pPr>
            <a:lvl2pPr marL="673776" indent="0">
              <a:buNone/>
              <a:defRPr sz="2947">
                <a:solidFill>
                  <a:schemeClr val="tx1">
                    <a:tint val="82000"/>
                  </a:schemeClr>
                </a:solidFill>
              </a:defRPr>
            </a:lvl2pPr>
            <a:lvl3pPr marL="1347551" indent="0">
              <a:buNone/>
              <a:defRPr sz="2653">
                <a:solidFill>
                  <a:schemeClr val="tx1">
                    <a:tint val="82000"/>
                  </a:schemeClr>
                </a:solidFill>
              </a:defRPr>
            </a:lvl3pPr>
            <a:lvl4pPr marL="2021327" indent="0">
              <a:buNone/>
              <a:defRPr sz="2358">
                <a:solidFill>
                  <a:schemeClr val="tx1">
                    <a:tint val="82000"/>
                  </a:schemeClr>
                </a:solidFill>
              </a:defRPr>
            </a:lvl4pPr>
            <a:lvl5pPr marL="2695103" indent="0">
              <a:buNone/>
              <a:defRPr sz="2358">
                <a:solidFill>
                  <a:schemeClr val="tx1">
                    <a:tint val="82000"/>
                  </a:schemeClr>
                </a:solidFill>
              </a:defRPr>
            </a:lvl5pPr>
            <a:lvl6pPr marL="3368878" indent="0">
              <a:buNone/>
              <a:defRPr sz="2358">
                <a:solidFill>
                  <a:schemeClr val="tx1">
                    <a:tint val="82000"/>
                  </a:schemeClr>
                </a:solidFill>
              </a:defRPr>
            </a:lvl6pPr>
            <a:lvl7pPr marL="4042654" indent="0">
              <a:buNone/>
              <a:defRPr sz="2358">
                <a:solidFill>
                  <a:schemeClr val="tx1">
                    <a:tint val="82000"/>
                  </a:schemeClr>
                </a:solidFill>
              </a:defRPr>
            </a:lvl7pPr>
            <a:lvl8pPr marL="4716429" indent="0">
              <a:buNone/>
              <a:defRPr sz="2358">
                <a:solidFill>
                  <a:schemeClr val="tx1">
                    <a:tint val="82000"/>
                  </a:schemeClr>
                </a:solidFill>
              </a:defRPr>
            </a:lvl8pPr>
            <a:lvl9pPr marL="5390205" indent="0">
              <a:buNone/>
              <a:defRPr sz="235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C3A40-DE71-4275-BB07-485986C9872F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8E7FB-EA7D-4E61-B22D-D55EEA3BA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906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5254" y="2952695"/>
            <a:ext cx="7636113" cy="70376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095958" y="2952695"/>
            <a:ext cx="7636113" cy="70376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C3A40-DE71-4275-BB07-485986C9872F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8E7FB-EA7D-4E61-B22D-D55EEA3BA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904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7594" y="590540"/>
            <a:ext cx="15496818" cy="214391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7595" y="2719048"/>
            <a:ext cx="7601020" cy="1332563"/>
          </a:xfrm>
        </p:spPr>
        <p:txBody>
          <a:bodyPr anchor="b"/>
          <a:lstStyle>
            <a:lvl1pPr marL="0" indent="0">
              <a:buNone/>
              <a:defRPr sz="3537" b="1"/>
            </a:lvl1pPr>
            <a:lvl2pPr marL="673776" indent="0">
              <a:buNone/>
              <a:defRPr sz="2947" b="1"/>
            </a:lvl2pPr>
            <a:lvl3pPr marL="1347551" indent="0">
              <a:buNone/>
              <a:defRPr sz="2653" b="1"/>
            </a:lvl3pPr>
            <a:lvl4pPr marL="2021327" indent="0">
              <a:buNone/>
              <a:defRPr sz="2358" b="1"/>
            </a:lvl4pPr>
            <a:lvl5pPr marL="2695103" indent="0">
              <a:buNone/>
              <a:defRPr sz="2358" b="1"/>
            </a:lvl5pPr>
            <a:lvl6pPr marL="3368878" indent="0">
              <a:buNone/>
              <a:defRPr sz="2358" b="1"/>
            </a:lvl6pPr>
            <a:lvl7pPr marL="4042654" indent="0">
              <a:buNone/>
              <a:defRPr sz="2358" b="1"/>
            </a:lvl7pPr>
            <a:lvl8pPr marL="4716429" indent="0">
              <a:buNone/>
              <a:defRPr sz="2358" b="1"/>
            </a:lvl8pPr>
            <a:lvl9pPr marL="5390205" indent="0">
              <a:buNone/>
              <a:defRPr sz="235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7595" y="4051611"/>
            <a:ext cx="7601020" cy="59593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095958" y="2719048"/>
            <a:ext cx="7638453" cy="1332563"/>
          </a:xfrm>
        </p:spPr>
        <p:txBody>
          <a:bodyPr anchor="b"/>
          <a:lstStyle>
            <a:lvl1pPr marL="0" indent="0">
              <a:buNone/>
              <a:defRPr sz="3537" b="1"/>
            </a:lvl1pPr>
            <a:lvl2pPr marL="673776" indent="0">
              <a:buNone/>
              <a:defRPr sz="2947" b="1"/>
            </a:lvl2pPr>
            <a:lvl3pPr marL="1347551" indent="0">
              <a:buNone/>
              <a:defRPr sz="2653" b="1"/>
            </a:lvl3pPr>
            <a:lvl4pPr marL="2021327" indent="0">
              <a:buNone/>
              <a:defRPr sz="2358" b="1"/>
            </a:lvl4pPr>
            <a:lvl5pPr marL="2695103" indent="0">
              <a:buNone/>
              <a:defRPr sz="2358" b="1"/>
            </a:lvl5pPr>
            <a:lvl6pPr marL="3368878" indent="0">
              <a:buNone/>
              <a:defRPr sz="2358" b="1"/>
            </a:lvl6pPr>
            <a:lvl7pPr marL="4042654" indent="0">
              <a:buNone/>
              <a:defRPr sz="2358" b="1"/>
            </a:lvl7pPr>
            <a:lvl8pPr marL="4716429" indent="0">
              <a:buNone/>
              <a:defRPr sz="2358" b="1"/>
            </a:lvl8pPr>
            <a:lvl9pPr marL="5390205" indent="0">
              <a:buNone/>
              <a:defRPr sz="235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095958" y="4051611"/>
            <a:ext cx="7638453" cy="59593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C3A40-DE71-4275-BB07-485986C9872F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8E7FB-EA7D-4E61-B22D-D55EEA3BA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342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C3A40-DE71-4275-BB07-485986C9872F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8E7FB-EA7D-4E61-B22D-D55EEA3BA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502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C3A40-DE71-4275-BB07-485986C9872F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8E7FB-EA7D-4E61-B22D-D55EEA3BA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0301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7595" y="739458"/>
            <a:ext cx="5794929" cy="2588101"/>
          </a:xfrm>
        </p:spPr>
        <p:txBody>
          <a:bodyPr anchor="b"/>
          <a:lstStyle>
            <a:lvl1pPr>
              <a:defRPr sz="471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38453" y="1597024"/>
            <a:ext cx="9095958" cy="7882412"/>
          </a:xfrm>
        </p:spPr>
        <p:txBody>
          <a:bodyPr/>
          <a:lstStyle>
            <a:lvl1pPr>
              <a:defRPr sz="4716"/>
            </a:lvl1pPr>
            <a:lvl2pPr>
              <a:defRPr sz="4126"/>
            </a:lvl2pPr>
            <a:lvl3pPr>
              <a:defRPr sz="3537"/>
            </a:lvl3pPr>
            <a:lvl4pPr>
              <a:defRPr sz="2947"/>
            </a:lvl4pPr>
            <a:lvl5pPr>
              <a:defRPr sz="2947"/>
            </a:lvl5pPr>
            <a:lvl6pPr>
              <a:defRPr sz="2947"/>
            </a:lvl6pPr>
            <a:lvl7pPr>
              <a:defRPr sz="2947"/>
            </a:lvl7pPr>
            <a:lvl8pPr>
              <a:defRPr sz="2947"/>
            </a:lvl8pPr>
            <a:lvl9pPr>
              <a:defRPr sz="294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7595" y="3327559"/>
            <a:ext cx="5794929" cy="6164714"/>
          </a:xfrm>
        </p:spPr>
        <p:txBody>
          <a:bodyPr/>
          <a:lstStyle>
            <a:lvl1pPr marL="0" indent="0">
              <a:buNone/>
              <a:defRPr sz="2358"/>
            </a:lvl1pPr>
            <a:lvl2pPr marL="673776" indent="0">
              <a:buNone/>
              <a:defRPr sz="2063"/>
            </a:lvl2pPr>
            <a:lvl3pPr marL="1347551" indent="0">
              <a:buNone/>
              <a:defRPr sz="1768"/>
            </a:lvl3pPr>
            <a:lvl4pPr marL="2021327" indent="0">
              <a:buNone/>
              <a:defRPr sz="1474"/>
            </a:lvl4pPr>
            <a:lvl5pPr marL="2695103" indent="0">
              <a:buNone/>
              <a:defRPr sz="1474"/>
            </a:lvl5pPr>
            <a:lvl6pPr marL="3368878" indent="0">
              <a:buNone/>
              <a:defRPr sz="1474"/>
            </a:lvl6pPr>
            <a:lvl7pPr marL="4042654" indent="0">
              <a:buNone/>
              <a:defRPr sz="1474"/>
            </a:lvl7pPr>
            <a:lvl8pPr marL="4716429" indent="0">
              <a:buNone/>
              <a:defRPr sz="1474"/>
            </a:lvl8pPr>
            <a:lvl9pPr marL="5390205" indent="0">
              <a:buNone/>
              <a:defRPr sz="147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C3A40-DE71-4275-BB07-485986C9872F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8E7FB-EA7D-4E61-B22D-D55EEA3BA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593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7595" y="739458"/>
            <a:ext cx="5794929" cy="2588101"/>
          </a:xfrm>
        </p:spPr>
        <p:txBody>
          <a:bodyPr anchor="b"/>
          <a:lstStyle>
            <a:lvl1pPr>
              <a:defRPr sz="471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38453" y="1597024"/>
            <a:ext cx="9095958" cy="7882412"/>
          </a:xfrm>
        </p:spPr>
        <p:txBody>
          <a:bodyPr anchor="t"/>
          <a:lstStyle>
            <a:lvl1pPr marL="0" indent="0">
              <a:buNone/>
              <a:defRPr sz="4716"/>
            </a:lvl1pPr>
            <a:lvl2pPr marL="673776" indent="0">
              <a:buNone/>
              <a:defRPr sz="4126"/>
            </a:lvl2pPr>
            <a:lvl3pPr marL="1347551" indent="0">
              <a:buNone/>
              <a:defRPr sz="3537"/>
            </a:lvl3pPr>
            <a:lvl4pPr marL="2021327" indent="0">
              <a:buNone/>
              <a:defRPr sz="2947"/>
            </a:lvl4pPr>
            <a:lvl5pPr marL="2695103" indent="0">
              <a:buNone/>
              <a:defRPr sz="2947"/>
            </a:lvl5pPr>
            <a:lvl6pPr marL="3368878" indent="0">
              <a:buNone/>
              <a:defRPr sz="2947"/>
            </a:lvl6pPr>
            <a:lvl7pPr marL="4042654" indent="0">
              <a:buNone/>
              <a:defRPr sz="2947"/>
            </a:lvl7pPr>
            <a:lvl8pPr marL="4716429" indent="0">
              <a:buNone/>
              <a:defRPr sz="2947"/>
            </a:lvl8pPr>
            <a:lvl9pPr marL="5390205" indent="0">
              <a:buNone/>
              <a:defRPr sz="2947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7595" y="3327559"/>
            <a:ext cx="5794929" cy="6164714"/>
          </a:xfrm>
        </p:spPr>
        <p:txBody>
          <a:bodyPr/>
          <a:lstStyle>
            <a:lvl1pPr marL="0" indent="0">
              <a:buNone/>
              <a:defRPr sz="2358"/>
            </a:lvl1pPr>
            <a:lvl2pPr marL="673776" indent="0">
              <a:buNone/>
              <a:defRPr sz="2063"/>
            </a:lvl2pPr>
            <a:lvl3pPr marL="1347551" indent="0">
              <a:buNone/>
              <a:defRPr sz="1768"/>
            </a:lvl3pPr>
            <a:lvl4pPr marL="2021327" indent="0">
              <a:buNone/>
              <a:defRPr sz="1474"/>
            </a:lvl4pPr>
            <a:lvl5pPr marL="2695103" indent="0">
              <a:buNone/>
              <a:defRPr sz="1474"/>
            </a:lvl5pPr>
            <a:lvl6pPr marL="3368878" indent="0">
              <a:buNone/>
              <a:defRPr sz="1474"/>
            </a:lvl6pPr>
            <a:lvl7pPr marL="4042654" indent="0">
              <a:buNone/>
              <a:defRPr sz="1474"/>
            </a:lvl7pPr>
            <a:lvl8pPr marL="4716429" indent="0">
              <a:buNone/>
              <a:defRPr sz="1474"/>
            </a:lvl8pPr>
            <a:lvl9pPr marL="5390205" indent="0">
              <a:buNone/>
              <a:defRPr sz="147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C3A40-DE71-4275-BB07-485986C9872F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8E7FB-EA7D-4E61-B22D-D55EEA3BA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407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C3A40-DE71-4275-BB07-485986C9872F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8E7FB-EA7D-4E61-B22D-D55EEA3BA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120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57867" y="590539"/>
            <a:ext cx="3874204" cy="939984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35253" y="590539"/>
            <a:ext cx="11398022" cy="939984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C3A40-DE71-4275-BB07-485986C9872F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8E7FB-EA7D-4E61-B22D-D55EEA3BA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622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5254" y="590540"/>
            <a:ext cx="15496818" cy="21439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5254" y="2952695"/>
            <a:ext cx="15496818" cy="70376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35254" y="10280515"/>
            <a:ext cx="4042648" cy="5905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6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BC3A40-DE71-4275-BB07-485986C9872F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51677" y="10280515"/>
            <a:ext cx="6063972" cy="5905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6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689423" y="10280515"/>
            <a:ext cx="4042648" cy="5905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6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18E7FB-EA7D-4E61-B22D-D55EEA3BA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172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347551" rtl="0" eaLnBrk="1" latinLnBrk="0" hangingPunct="1">
        <a:lnSpc>
          <a:spcPct val="90000"/>
        </a:lnSpc>
        <a:spcBef>
          <a:spcPct val="0"/>
        </a:spcBef>
        <a:buNone/>
        <a:defRPr sz="648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6888" indent="-336888" algn="l" defTabSz="1347551" rtl="0" eaLnBrk="1" latinLnBrk="0" hangingPunct="1">
        <a:lnSpc>
          <a:spcPct val="90000"/>
        </a:lnSpc>
        <a:spcBef>
          <a:spcPts val="1474"/>
        </a:spcBef>
        <a:buFont typeface="Arial" panose="020B0604020202020204" pitchFamily="34" charset="0"/>
        <a:buChar char="•"/>
        <a:defRPr sz="4126" kern="1200">
          <a:solidFill>
            <a:schemeClr val="tx1"/>
          </a:solidFill>
          <a:latin typeface="+mn-lt"/>
          <a:ea typeface="+mn-ea"/>
          <a:cs typeface="+mn-cs"/>
        </a:defRPr>
      </a:lvl1pPr>
      <a:lvl2pPr marL="1010663" indent="-336888" algn="l" defTabSz="1347551" rtl="0" eaLnBrk="1" latinLnBrk="0" hangingPunct="1">
        <a:lnSpc>
          <a:spcPct val="90000"/>
        </a:lnSpc>
        <a:spcBef>
          <a:spcPts val="737"/>
        </a:spcBef>
        <a:buFont typeface="Arial" panose="020B0604020202020204" pitchFamily="34" charset="0"/>
        <a:buChar char="•"/>
        <a:defRPr sz="3537" kern="1200">
          <a:solidFill>
            <a:schemeClr val="tx1"/>
          </a:solidFill>
          <a:latin typeface="+mn-lt"/>
          <a:ea typeface="+mn-ea"/>
          <a:cs typeface="+mn-cs"/>
        </a:defRPr>
      </a:lvl2pPr>
      <a:lvl3pPr marL="1684439" indent="-336888" algn="l" defTabSz="1347551" rtl="0" eaLnBrk="1" latinLnBrk="0" hangingPunct="1">
        <a:lnSpc>
          <a:spcPct val="90000"/>
        </a:lnSpc>
        <a:spcBef>
          <a:spcPts val="737"/>
        </a:spcBef>
        <a:buFont typeface="Arial" panose="020B0604020202020204" pitchFamily="34" charset="0"/>
        <a:buChar char="•"/>
        <a:defRPr sz="2947" kern="1200">
          <a:solidFill>
            <a:schemeClr val="tx1"/>
          </a:solidFill>
          <a:latin typeface="+mn-lt"/>
          <a:ea typeface="+mn-ea"/>
          <a:cs typeface="+mn-cs"/>
        </a:defRPr>
      </a:lvl3pPr>
      <a:lvl4pPr marL="2358215" indent="-336888" algn="l" defTabSz="1347551" rtl="0" eaLnBrk="1" latinLnBrk="0" hangingPunct="1">
        <a:lnSpc>
          <a:spcPct val="90000"/>
        </a:lnSpc>
        <a:spcBef>
          <a:spcPts val="737"/>
        </a:spcBef>
        <a:buFont typeface="Arial" panose="020B0604020202020204" pitchFamily="34" charset="0"/>
        <a:buChar char="•"/>
        <a:defRPr sz="2653" kern="1200">
          <a:solidFill>
            <a:schemeClr val="tx1"/>
          </a:solidFill>
          <a:latin typeface="+mn-lt"/>
          <a:ea typeface="+mn-ea"/>
          <a:cs typeface="+mn-cs"/>
        </a:defRPr>
      </a:lvl4pPr>
      <a:lvl5pPr marL="3031990" indent="-336888" algn="l" defTabSz="1347551" rtl="0" eaLnBrk="1" latinLnBrk="0" hangingPunct="1">
        <a:lnSpc>
          <a:spcPct val="90000"/>
        </a:lnSpc>
        <a:spcBef>
          <a:spcPts val="737"/>
        </a:spcBef>
        <a:buFont typeface="Arial" panose="020B0604020202020204" pitchFamily="34" charset="0"/>
        <a:buChar char="•"/>
        <a:defRPr sz="2653" kern="1200">
          <a:solidFill>
            <a:schemeClr val="tx1"/>
          </a:solidFill>
          <a:latin typeface="+mn-lt"/>
          <a:ea typeface="+mn-ea"/>
          <a:cs typeface="+mn-cs"/>
        </a:defRPr>
      </a:lvl5pPr>
      <a:lvl6pPr marL="3705766" indent="-336888" algn="l" defTabSz="1347551" rtl="0" eaLnBrk="1" latinLnBrk="0" hangingPunct="1">
        <a:lnSpc>
          <a:spcPct val="90000"/>
        </a:lnSpc>
        <a:spcBef>
          <a:spcPts val="737"/>
        </a:spcBef>
        <a:buFont typeface="Arial" panose="020B0604020202020204" pitchFamily="34" charset="0"/>
        <a:buChar char="•"/>
        <a:defRPr sz="2653" kern="1200">
          <a:solidFill>
            <a:schemeClr val="tx1"/>
          </a:solidFill>
          <a:latin typeface="+mn-lt"/>
          <a:ea typeface="+mn-ea"/>
          <a:cs typeface="+mn-cs"/>
        </a:defRPr>
      </a:lvl6pPr>
      <a:lvl7pPr marL="4379542" indent="-336888" algn="l" defTabSz="1347551" rtl="0" eaLnBrk="1" latinLnBrk="0" hangingPunct="1">
        <a:lnSpc>
          <a:spcPct val="90000"/>
        </a:lnSpc>
        <a:spcBef>
          <a:spcPts val="737"/>
        </a:spcBef>
        <a:buFont typeface="Arial" panose="020B0604020202020204" pitchFamily="34" charset="0"/>
        <a:buChar char="•"/>
        <a:defRPr sz="2653" kern="1200">
          <a:solidFill>
            <a:schemeClr val="tx1"/>
          </a:solidFill>
          <a:latin typeface="+mn-lt"/>
          <a:ea typeface="+mn-ea"/>
          <a:cs typeface="+mn-cs"/>
        </a:defRPr>
      </a:lvl7pPr>
      <a:lvl8pPr marL="5053317" indent="-336888" algn="l" defTabSz="1347551" rtl="0" eaLnBrk="1" latinLnBrk="0" hangingPunct="1">
        <a:lnSpc>
          <a:spcPct val="90000"/>
        </a:lnSpc>
        <a:spcBef>
          <a:spcPts val="737"/>
        </a:spcBef>
        <a:buFont typeface="Arial" panose="020B0604020202020204" pitchFamily="34" charset="0"/>
        <a:buChar char="•"/>
        <a:defRPr sz="2653" kern="1200">
          <a:solidFill>
            <a:schemeClr val="tx1"/>
          </a:solidFill>
          <a:latin typeface="+mn-lt"/>
          <a:ea typeface="+mn-ea"/>
          <a:cs typeface="+mn-cs"/>
        </a:defRPr>
      </a:lvl8pPr>
      <a:lvl9pPr marL="5727093" indent="-336888" algn="l" defTabSz="1347551" rtl="0" eaLnBrk="1" latinLnBrk="0" hangingPunct="1">
        <a:lnSpc>
          <a:spcPct val="90000"/>
        </a:lnSpc>
        <a:spcBef>
          <a:spcPts val="737"/>
        </a:spcBef>
        <a:buFont typeface="Arial" panose="020B0604020202020204" pitchFamily="34" charset="0"/>
        <a:buChar char="•"/>
        <a:defRPr sz="265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47551" rtl="0" eaLnBrk="1" latinLnBrk="0" hangingPunct="1">
        <a:defRPr sz="2653" kern="1200">
          <a:solidFill>
            <a:schemeClr val="tx1"/>
          </a:solidFill>
          <a:latin typeface="+mn-lt"/>
          <a:ea typeface="+mn-ea"/>
          <a:cs typeface="+mn-cs"/>
        </a:defRPr>
      </a:lvl1pPr>
      <a:lvl2pPr marL="673776" algn="l" defTabSz="1347551" rtl="0" eaLnBrk="1" latinLnBrk="0" hangingPunct="1">
        <a:defRPr sz="2653" kern="1200">
          <a:solidFill>
            <a:schemeClr val="tx1"/>
          </a:solidFill>
          <a:latin typeface="+mn-lt"/>
          <a:ea typeface="+mn-ea"/>
          <a:cs typeface="+mn-cs"/>
        </a:defRPr>
      </a:lvl2pPr>
      <a:lvl3pPr marL="1347551" algn="l" defTabSz="1347551" rtl="0" eaLnBrk="1" latinLnBrk="0" hangingPunct="1">
        <a:defRPr sz="2653" kern="1200">
          <a:solidFill>
            <a:schemeClr val="tx1"/>
          </a:solidFill>
          <a:latin typeface="+mn-lt"/>
          <a:ea typeface="+mn-ea"/>
          <a:cs typeface="+mn-cs"/>
        </a:defRPr>
      </a:lvl3pPr>
      <a:lvl4pPr marL="2021327" algn="l" defTabSz="1347551" rtl="0" eaLnBrk="1" latinLnBrk="0" hangingPunct="1">
        <a:defRPr sz="2653" kern="1200">
          <a:solidFill>
            <a:schemeClr val="tx1"/>
          </a:solidFill>
          <a:latin typeface="+mn-lt"/>
          <a:ea typeface="+mn-ea"/>
          <a:cs typeface="+mn-cs"/>
        </a:defRPr>
      </a:lvl4pPr>
      <a:lvl5pPr marL="2695103" algn="l" defTabSz="1347551" rtl="0" eaLnBrk="1" latinLnBrk="0" hangingPunct="1">
        <a:defRPr sz="2653" kern="1200">
          <a:solidFill>
            <a:schemeClr val="tx1"/>
          </a:solidFill>
          <a:latin typeface="+mn-lt"/>
          <a:ea typeface="+mn-ea"/>
          <a:cs typeface="+mn-cs"/>
        </a:defRPr>
      </a:lvl5pPr>
      <a:lvl6pPr marL="3368878" algn="l" defTabSz="1347551" rtl="0" eaLnBrk="1" latinLnBrk="0" hangingPunct="1">
        <a:defRPr sz="2653" kern="1200">
          <a:solidFill>
            <a:schemeClr val="tx1"/>
          </a:solidFill>
          <a:latin typeface="+mn-lt"/>
          <a:ea typeface="+mn-ea"/>
          <a:cs typeface="+mn-cs"/>
        </a:defRPr>
      </a:lvl6pPr>
      <a:lvl7pPr marL="4042654" algn="l" defTabSz="1347551" rtl="0" eaLnBrk="1" latinLnBrk="0" hangingPunct="1">
        <a:defRPr sz="2653" kern="1200">
          <a:solidFill>
            <a:schemeClr val="tx1"/>
          </a:solidFill>
          <a:latin typeface="+mn-lt"/>
          <a:ea typeface="+mn-ea"/>
          <a:cs typeface="+mn-cs"/>
        </a:defRPr>
      </a:lvl7pPr>
      <a:lvl8pPr marL="4716429" algn="l" defTabSz="1347551" rtl="0" eaLnBrk="1" latinLnBrk="0" hangingPunct="1">
        <a:defRPr sz="2653" kern="1200">
          <a:solidFill>
            <a:schemeClr val="tx1"/>
          </a:solidFill>
          <a:latin typeface="+mn-lt"/>
          <a:ea typeface="+mn-ea"/>
          <a:cs typeface="+mn-cs"/>
        </a:defRPr>
      </a:lvl8pPr>
      <a:lvl9pPr marL="5390205" algn="l" defTabSz="1347551" rtl="0" eaLnBrk="1" latinLnBrk="0" hangingPunct="1">
        <a:defRPr sz="265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1A65F-B689-6ABC-11E5-021AEF5710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3755A7-3391-CC5C-9E02-F2D00756864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581DDA-B090-AA92-BE21-2B8A057E44C9}"/>
              </a:ext>
            </a:extLst>
          </p:cNvPr>
          <p:cNvSpPr/>
          <p:nvPr/>
        </p:nvSpPr>
        <p:spPr>
          <a:xfrm>
            <a:off x="0" y="0"/>
            <a:ext cx="17964150" cy="11087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6655E2-84A2-3ACD-C51D-DE0E5698F99F}"/>
              </a:ext>
            </a:extLst>
          </p:cNvPr>
          <p:cNvSpPr/>
          <p:nvPr/>
        </p:nvSpPr>
        <p:spPr>
          <a:xfrm>
            <a:off x="10472294" y="185899"/>
            <a:ext cx="7293022" cy="10742238"/>
          </a:xfrm>
          <a:prstGeom prst="rect">
            <a:avLst/>
          </a:prstGeom>
          <a:solidFill>
            <a:schemeClr val="bg1"/>
          </a:solidFill>
          <a:ln w="38100"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ED110E-6A2F-AFBC-F76C-AA8A8698F0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31" r="6943"/>
          <a:stretch>
            <a:fillRect/>
          </a:stretch>
        </p:blipFill>
        <p:spPr>
          <a:xfrm>
            <a:off x="10620152" y="2053308"/>
            <a:ext cx="6997306" cy="6400813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A641923-129C-4A78-88A0-81AF29783D44}"/>
              </a:ext>
            </a:extLst>
          </p:cNvPr>
          <p:cNvSpPr/>
          <p:nvPr/>
        </p:nvSpPr>
        <p:spPr>
          <a:xfrm>
            <a:off x="11679608" y="7276386"/>
            <a:ext cx="2556445" cy="51874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1B4D6F4-EA3E-5500-E42F-D4F05B661E27}"/>
              </a:ext>
            </a:extLst>
          </p:cNvPr>
          <p:cNvGrpSpPr>
            <a:grpSpLocks noChangeAspect="1"/>
          </p:cNvGrpSpPr>
          <p:nvPr/>
        </p:nvGrpSpPr>
        <p:grpSpPr>
          <a:xfrm>
            <a:off x="13782053" y="7389248"/>
            <a:ext cx="307530" cy="312307"/>
            <a:chOff x="3549103" y="941162"/>
            <a:chExt cx="924263" cy="93861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66788658-C97C-8556-874E-70FB88E83E79}"/>
                </a:ext>
              </a:extLst>
            </p:cNvPr>
            <p:cNvGrpSpPr/>
            <p:nvPr/>
          </p:nvGrpSpPr>
          <p:grpSpPr>
            <a:xfrm>
              <a:off x="3549103" y="1106665"/>
              <a:ext cx="924263" cy="645424"/>
              <a:chOff x="3542962" y="1137209"/>
              <a:chExt cx="924263" cy="645424"/>
            </a:xfrm>
          </p:grpSpPr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0139E337-17C9-AB6F-DA0B-F37B26E62E0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542963" y="1190311"/>
                <a:ext cx="924262" cy="536179"/>
              </a:xfrm>
              <a:prstGeom prst="line">
                <a:avLst/>
              </a:prstGeom>
              <a:ln w="28575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4D4170A0-579A-B353-B5C0-879E3B3C44B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42962" y="1294552"/>
                <a:ext cx="163419" cy="0"/>
              </a:xfrm>
              <a:prstGeom prst="line">
                <a:avLst/>
              </a:prstGeom>
              <a:ln w="28575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C1162890-EFF7-19AC-3AC3-CE71206D183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648811" y="1137209"/>
                <a:ext cx="61481" cy="170602"/>
              </a:xfrm>
              <a:prstGeom prst="line">
                <a:avLst/>
              </a:prstGeom>
              <a:ln w="28575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6E4CD972-04C6-AD78-93FF-CD3303C0BE6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320060" y="1619521"/>
                <a:ext cx="32820" cy="163112"/>
              </a:xfrm>
              <a:prstGeom prst="line">
                <a:avLst/>
              </a:prstGeom>
              <a:ln w="28575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5FA71099-9CAF-0148-6686-C40BDD195AD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328339" y="1602581"/>
                <a:ext cx="138886" cy="34799"/>
              </a:xfrm>
              <a:prstGeom prst="line">
                <a:avLst/>
              </a:prstGeom>
              <a:ln w="28575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F66CCBD-F929-E412-0C1E-90A39D28A181}"/>
                </a:ext>
              </a:extLst>
            </p:cNvPr>
            <p:cNvGrpSpPr/>
            <p:nvPr/>
          </p:nvGrpSpPr>
          <p:grpSpPr>
            <a:xfrm rot="7200000">
              <a:off x="3586120" y="1094938"/>
              <a:ext cx="924263" cy="645424"/>
              <a:chOff x="3542962" y="1137209"/>
              <a:chExt cx="924263" cy="645424"/>
            </a:xfrm>
          </p:grpSpPr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8FE07DA1-CC03-A30D-8F74-4560D6D3518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542963" y="1190311"/>
                <a:ext cx="924262" cy="536179"/>
              </a:xfrm>
              <a:prstGeom prst="line">
                <a:avLst/>
              </a:prstGeom>
              <a:ln w="28575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20169EA4-2280-D53B-4736-CE9991896ED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42962" y="1294552"/>
                <a:ext cx="163419" cy="0"/>
              </a:xfrm>
              <a:prstGeom prst="line">
                <a:avLst/>
              </a:prstGeom>
              <a:ln w="28575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C83E033E-B173-5181-AFD4-45D12C2FBE6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648811" y="1137209"/>
                <a:ext cx="61481" cy="170602"/>
              </a:xfrm>
              <a:prstGeom prst="line">
                <a:avLst/>
              </a:prstGeom>
              <a:ln w="28575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078BA366-56C9-A4EB-2D2D-E1CE0A71958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320060" y="1619521"/>
                <a:ext cx="32820" cy="163112"/>
              </a:xfrm>
              <a:prstGeom prst="line">
                <a:avLst/>
              </a:prstGeom>
              <a:ln w="28575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65E078A7-84BB-4EAE-B645-AA4719D1352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328339" y="1602581"/>
                <a:ext cx="138886" cy="34799"/>
              </a:xfrm>
              <a:prstGeom prst="line">
                <a:avLst/>
              </a:prstGeom>
              <a:ln w="28575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E3556A95-4C1A-DFD8-263F-3FBFA4F06861}"/>
                </a:ext>
              </a:extLst>
            </p:cNvPr>
            <p:cNvGrpSpPr/>
            <p:nvPr/>
          </p:nvGrpSpPr>
          <p:grpSpPr>
            <a:xfrm rot="14400000">
              <a:off x="3564996" y="1080582"/>
              <a:ext cx="924263" cy="645424"/>
              <a:chOff x="3542962" y="1137209"/>
              <a:chExt cx="924263" cy="645424"/>
            </a:xfrm>
          </p:grpSpPr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9EFECB80-CA54-1B93-3765-6B062B59D6C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542963" y="1190311"/>
                <a:ext cx="924262" cy="536179"/>
              </a:xfrm>
              <a:prstGeom prst="line">
                <a:avLst/>
              </a:prstGeom>
              <a:ln w="28575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A85BDAD1-07D0-77FC-1EF9-F2DEB302957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42962" y="1294552"/>
                <a:ext cx="163419" cy="0"/>
              </a:xfrm>
              <a:prstGeom prst="line">
                <a:avLst/>
              </a:prstGeom>
              <a:ln w="28575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2AAE5FEB-689F-547B-C86A-BED93C6B636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648811" y="1137209"/>
                <a:ext cx="61481" cy="170602"/>
              </a:xfrm>
              <a:prstGeom prst="line">
                <a:avLst/>
              </a:prstGeom>
              <a:ln w="28575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8C94D6EE-98AA-E418-B6FC-46F187C1F71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320060" y="1619521"/>
                <a:ext cx="32820" cy="163112"/>
              </a:xfrm>
              <a:prstGeom prst="line">
                <a:avLst/>
              </a:prstGeom>
              <a:ln w="28575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AF5B9E45-F9F4-AD1F-1926-C1DB89170F2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328339" y="1602581"/>
                <a:ext cx="138886" cy="34799"/>
              </a:xfrm>
              <a:prstGeom prst="line">
                <a:avLst/>
              </a:prstGeom>
              <a:ln w="28575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EC61401-94EB-21D6-8FE6-2689C5A53AA4}"/>
              </a:ext>
            </a:extLst>
          </p:cNvPr>
          <p:cNvGrpSpPr>
            <a:grpSpLocks noChangeAspect="1"/>
          </p:cNvGrpSpPr>
          <p:nvPr/>
        </p:nvGrpSpPr>
        <p:grpSpPr>
          <a:xfrm>
            <a:off x="13359703" y="7361159"/>
            <a:ext cx="239674" cy="349198"/>
            <a:chOff x="9802386" y="1241642"/>
            <a:chExt cx="590247" cy="85997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E0204AD5-3F83-A446-EFB2-DECBA94D774F}"/>
                </a:ext>
              </a:extLst>
            </p:cNvPr>
            <p:cNvGrpSpPr/>
            <p:nvPr/>
          </p:nvGrpSpPr>
          <p:grpSpPr>
            <a:xfrm>
              <a:off x="9802386" y="1241642"/>
              <a:ext cx="545941" cy="859973"/>
              <a:chOff x="10625915" y="816501"/>
              <a:chExt cx="680944" cy="1056699"/>
            </a:xfrm>
          </p:grpSpPr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710085F4-B2AA-B67F-6EF9-17D338DF5769}"/>
                  </a:ext>
                </a:extLst>
              </p:cNvPr>
              <p:cNvSpPr/>
              <p:nvPr/>
            </p:nvSpPr>
            <p:spPr>
              <a:xfrm>
                <a:off x="10625915" y="822851"/>
                <a:ext cx="365935" cy="1050349"/>
              </a:xfrm>
              <a:custGeom>
                <a:avLst/>
                <a:gdLst>
                  <a:gd name="csX0" fmla="*/ 350872 w 365935"/>
                  <a:gd name="csY0" fmla="*/ 0 h 1050349"/>
                  <a:gd name="csX1" fmla="*/ 259609 w 365935"/>
                  <a:gd name="csY1" fmla="*/ 187104 h 1050349"/>
                  <a:gd name="csX2" fmla="*/ 110754 w 365935"/>
                  <a:gd name="csY2" fmla="*/ 389122 h 1050349"/>
                  <a:gd name="csX3" fmla="*/ 15061 w 365935"/>
                  <a:gd name="csY3" fmla="*/ 580508 h 1050349"/>
                  <a:gd name="csX4" fmla="*/ 4428 w 365935"/>
                  <a:gd name="csY4" fmla="*/ 771894 h 1050349"/>
                  <a:gd name="csX5" fmla="*/ 57591 w 365935"/>
                  <a:gd name="csY5" fmla="*/ 931383 h 1050349"/>
                  <a:gd name="csX6" fmla="*/ 217079 w 365935"/>
                  <a:gd name="csY6" fmla="*/ 1037708 h 1050349"/>
                  <a:gd name="csX7" fmla="*/ 365935 w 365935"/>
                  <a:gd name="csY7" fmla="*/ 1048341 h 1050349"/>
                  <a:gd name="csX8" fmla="*/ 365935 w 365935"/>
                  <a:gd name="csY8" fmla="*/ 1048341 h 105034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365935" h="1050349">
                    <a:moveTo>
                      <a:pt x="350872" y="0"/>
                    </a:moveTo>
                    <a:cubicBezTo>
                      <a:pt x="341125" y="58479"/>
                      <a:pt x="299629" y="122250"/>
                      <a:pt x="259609" y="187104"/>
                    </a:cubicBezTo>
                    <a:cubicBezTo>
                      <a:pt x="219589" y="251958"/>
                      <a:pt x="151512" y="323555"/>
                      <a:pt x="110754" y="389122"/>
                    </a:cubicBezTo>
                    <a:cubicBezTo>
                      <a:pt x="69996" y="454689"/>
                      <a:pt x="32782" y="516713"/>
                      <a:pt x="15061" y="580508"/>
                    </a:cubicBezTo>
                    <a:cubicBezTo>
                      <a:pt x="-2660" y="644303"/>
                      <a:pt x="-2660" y="713415"/>
                      <a:pt x="4428" y="771894"/>
                    </a:cubicBezTo>
                    <a:cubicBezTo>
                      <a:pt x="11516" y="830373"/>
                      <a:pt x="22149" y="887081"/>
                      <a:pt x="57591" y="931383"/>
                    </a:cubicBezTo>
                    <a:cubicBezTo>
                      <a:pt x="93033" y="975685"/>
                      <a:pt x="165688" y="1018215"/>
                      <a:pt x="217079" y="1037708"/>
                    </a:cubicBezTo>
                    <a:cubicBezTo>
                      <a:pt x="268470" y="1057201"/>
                      <a:pt x="365935" y="1048341"/>
                      <a:pt x="365935" y="1048341"/>
                    </a:cubicBezTo>
                    <a:lnTo>
                      <a:pt x="365935" y="1048341"/>
                    </a:lnTo>
                  </a:path>
                </a:pathLst>
              </a:custGeom>
              <a:solidFill>
                <a:srgbClr val="00B0F0"/>
              </a:solidFill>
              <a:ln w="1905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A96F0385-99B7-BF3A-EE16-C534A8A55F49}"/>
                  </a:ext>
                </a:extLst>
              </p:cNvPr>
              <p:cNvSpPr/>
              <p:nvPr/>
            </p:nvSpPr>
            <p:spPr>
              <a:xfrm flipH="1">
                <a:off x="10940924" y="816501"/>
                <a:ext cx="365935" cy="1056699"/>
              </a:xfrm>
              <a:custGeom>
                <a:avLst/>
                <a:gdLst>
                  <a:gd name="csX0" fmla="*/ 338172 w 365935"/>
                  <a:gd name="csY0" fmla="*/ 0 h 1056699"/>
                  <a:gd name="csX1" fmla="*/ 259609 w 365935"/>
                  <a:gd name="csY1" fmla="*/ 193454 h 1056699"/>
                  <a:gd name="csX2" fmla="*/ 110754 w 365935"/>
                  <a:gd name="csY2" fmla="*/ 395472 h 1056699"/>
                  <a:gd name="csX3" fmla="*/ 15061 w 365935"/>
                  <a:gd name="csY3" fmla="*/ 586858 h 1056699"/>
                  <a:gd name="csX4" fmla="*/ 4428 w 365935"/>
                  <a:gd name="csY4" fmla="*/ 778244 h 1056699"/>
                  <a:gd name="csX5" fmla="*/ 57591 w 365935"/>
                  <a:gd name="csY5" fmla="*/ 937733 h 1056699"/>
                  <a:gd name="csX6" fmla="*/ 217079 w 365935"/>
                  <a:gd name="csY6" fmla="*/ 1044058 h 1056699"/>
                  <a:gd name="csX7" fmla="*/ 365935 w 365935"/>
                  <a:gd name="csY7" fmla="*/ 1054691 h 1056699"/>
                  <a:gd name="csX8" fmla="*/ 365935 w 365935"/>
                  <a:gd name="csY8" fmla="*/ 1054691 h 10566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365935" h="1056699">
                    <a:moveTo>
                      <a:pt x="338172" y="0"/>
                    </a:moveTo>
                    <a:cubicBezTo>
                      <a:pt x="328425" y="58479"/>
                      <a:pt x="297512" y="127542"/>
                      <a:pt x="259609" y="193454"/>
                    </a:cubicBezTo>
                    <a:cubicBezTo>
                      <a:pt x="221706" y="259366"/>
                      <a:pt x="151512" y="329905"/>
                      <a:pt x="110754" y="395472"/>
                    </a:cubicBezTo>
                    <a:cubicBezTo>
                      <a:pt x="69996" y="461039"/>
                      <a:pt x="32782" y="523063"/>
                      <a:pt x="15061" y="586858"/>
                    </a:cubicBezTo>
                    <a:cubicBezTo>
                      <a:pt x="-2660" y="650653"/>
                      <a:pt x="-2660" y="719765"/>
                      <a:pt x="4428" y="778244"/>
                    </a:cubicBezTo>
                    <a:cubicBezTo>
                      <a:pt x="11516" y="836723"/>
                      <a:pt x="22149" y="893431"/>
                      <a:pt x="57591" y="937733"/>
                    </a:cubicBezTo>
                    <a:cubicBezTo>
                      <a:pt x="93033" y="982035"/>
                      <a:pt x="165688" y="1024565"/>
                      <a:pt x="217079" y="1044058"/>
                    </a:cubicBezTo>
                    <a:cubicBezTo>
                      <a:pt x="268470" y="1063551"/>
                      <a:pt x="365935" y="1054691"/>
                      <a:pt x="365935" y="1054691"/>
                    </a:cubicBezTo>
                    <a:lnTo>
                      <a:pt x="365935" y="1054691"/>
                    </a:lnTo>
                  </a:path>
                </a:pathLst>
              </a:custGeom>
              <a:solidFill>
                <a:srgbClr val="00B0F0"/>
              </a:solidFill>
              <a:ln w="1905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9" name="Arc 28">
              <a:extLst>
                <a:ext uri="{FF2B5EF4-FFF2-40B4-BE49-F238E27FC236}">
                  <a16:creationId xmlns:a16="http://schemas.microsoft.com/office/drawing/2014/main" id="{E155A072-D59C-2AB0-B70A-21B9846E4F76}"/>
                </a:ext>
              </a:extLst>
            </p:cNvPr>
            <p:cNvSpPr/>
            <p:nvPr/>
          </p:nvSpPr>
          <p:spPr>
            <a:xfrm rot="10502785">
              <a:off x="9904697" y="1690156"/>
              <a:ext cx="487936" cy="360710"/>
            </a:xfrm>
            <a:prstGeom prst="arc">
              <a:avLst>
                <a:gd name="adj1" fmla="val 17712645"/>
                <a:gd name="adj2" fmla="val 0"/>
              </a:avLst>
            </a:prstGeom>
            <a:noFill/>
            <a:ln w="190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9C3AEDC5-35C8-BD2C-D4DE-B3106CD1DCEC}"/>
              </a:ext>
            </a:extLst>
          </p:cNvPr>
          <p:cNvSpPr txBox="1"/>
          <p:nvPr/>
        </p:nvSpPr>
        <p:spPr>
          <a:xfrm>
            <a:off x="11695240" y="7392632"/>
            <a:ext cx="1694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Whole domain: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0D9C74D-846B-0168-A722-DD7FE7545F40}"/>
              </a:ext>
            </a:extLst>
          </p:cNvPr>
          <p:cNvGrpSpPr>
            <a:grpSpLocks noChangeAspect="1"/>
          </p:cNvGrpSpPr>
          <p:nvPr/>
        </p:nvGrpSpPr>
        <p:grpSpPr>
          <a:xfrm>
            <a:off x="13593123" y="4406472"/>
            <a:ext cx="659720" cy="484883"/>
            <a:chOff x="1912945" y="3724136"/>
            <a:chExt cx="1518014" cy="105951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4" name="Oval 123">
              <a:extLst>
                <a:ext uri="{FF2B5EF4-FFF2-40B4-BE49-F238E27FC236}">
                  <a16:creationId xmlns:a16="http://schemas.microsoft.com/office/drawing/2014/main" id="{EB9B1330-7801-EA00-4549-20682C500542}"/>
                </a:ext>
              </a:extLst>
            </p:cNvPr>
            <p:cNvSpPr/>
            <p:nvPr/>
          </p:nvSpPr>
          <p:spPr>
            <a:xfrm rot="20235781">
              <a:off x="2578083" y="3724136"/>
              <a:ext cx="226139" cy="322817"/>
            </a:xfrm>
            <a:custGeom>
              <a:avLst/>
              <a:gdLst>
                <a:gd name="csX0" fmla="*/ 0 w 378693"/>
                <a:gd name="csY0" fmla="*/ 226783 h 520761"/>
                <a:gd name="csX1" fmla="*/ 194333 w 378693"/>
                <a:gd name="csY1" fmla="*/ 1 h 520761"/>
                <a:gd name="csX2" fmla="*/ 378693 w 378693"/>
                <a:gd name="csY2" fmla="*/ 224998 h 520761"/>
                <a:gd name="csX3" fmla="*/ 194333 w 378693"/>
                <a:gd name="csY3" fmla="*/ 520761 h 520761"/>
                <a:gd name="csX4" fmla="*/ 0 w 378693"/>
                <a:gd name="csY4" fmla="*/ 226783 h 5207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78693" h="520761">
                  <a:moveTo>
                    <a:pt x="0" y="226783"/>
                  </a:moveTo>
                  <a:cubicBezTo>
                    <a:pt x="0" y="82979"/>
                    <a:pt x="131218" y="298"/>
                    <a:pt x="194333" y="1"/>
                  </a:cubicBezTo>
                  <a:cubicBezTo>
                    <a:pt x="257448" y="-296"/>
                    <a:pt x="378693" y="81194"/>
                    <a:pt x="378693" y="224998"/>
                  </a:cubicBezTo>
                  <a:cubicBezTo>
                    <a:pt x="378693" y="368802"/>
                    <a:pt x="257448" y="520464"/>
                    <a:pt x="194333" y="520761"/>
                  </a:cubicBezTo>
                  <a:cubicBezTo>
                    <a:pt x="131218" y="521058"/>
                    <a:pt x="0" y="370587"/>
                    <a:pt x="0" y="226783"/>
                  </a:cubicBezTo>
                  <a:close/>
                </a:path>
              </a:pathLst>
            </a:custGeom>
            <a:solidFill>
              <a:srgbClr val="C7C7C7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C844A1AB-FC3B-EF37-E88A-5A3308FEF39A}"/>
                </a:ext>
              </a:extLst>
            </p:cNvPr>
            <p:cNvSpPr/>
            <p:nvPr/>
          </p:nvSpPr>
          <p:spPr>
            <a:xfrm>
              <a:off x="1912945" y="4293545"/>
              <a:ext cx="1315690" cy="490102"/>
            </a:xfrm>
            <a:custGeom>
              <a:avLst/>
              <a:gdLst>
                <a:gd name="csX0" fmla="*/ 174023 w 2203254"/>
                <a:gd name="csY0" fmla="*/ 47 h 790622"/>
                <a:gd name="csX1" fmla="*/ 21623 w 2203254"/>
                <a:gd name="csY1" fmla="*/ 209597 h 790622"/>
                <a:gd name="csX2" fmla="*/ 12098 w 2203254"/>
                <a:gd name="csY2" fmla="*/ 476297 h 790622"/>
                <a:gd name="csX3" fmla="*/ 126398 w 2203254"/>
                <a:gd name="csY3" fmla="*/ 647747 h 790622"/>
                <a:gd name="csX4" fmla="*/ 507398 w 2203254"/>
                <a:gd name="csY4" fmla="*/ 752522 h 790622"/>
                <a:gd name="csX5" fmla="*/ 1240823 w 2203254"/>
                <a:gd name="csY5" fmla="*/ 790622 h 790622"/>
                <a:gd name="csX6" fmla="*/ 1774223 w 2203254"/>
                <a:gd name="csY6" fmla="*/ 781097 h 790622"/>
                <a:gd name="csX7" fmla="*/ 2079023 w 2203254"/>
                <a:gd name="csY7" fmla="*/ 704897 h 790622"/>
                <a:gd name="csX8" fmla="*/ 2202848 w 2203254"/>
                <a:gd name="csY8" fmla="*/ 400097 h 790622"/>
                <a:gd name="csX9" fmla="*/ 2117123 w 2203254"/>
                <a:gd name="csY9" fmla="*/ 562022 h 790622"/>
                <a:gd name="csX10" fmla="*/ 2069498 w 2203254"/>
                <a:gd name="csY10" fmla="*/ 657272 h 790622"/>
                <a:gd name="csX11" fmla="*/ 1945673 w 2203254"/>
                <a:gd name="csY11" fmla="*/ 714422 h 790622"/>
                <a:gd name="csX12" fmla="*/ 1688498 w 2203254"/>
                <a:gd name="csY12" fmla="*/ 733472 h 790622"/>
                <a:gd name="csX13" fmla="*/ 1288448 w 2203254"/>
                <a:gd name="csY13" fmla="*/ 723947 h 790622"/>
                <a:gd name="csX14" fmla="*/ 850298 w 2203254"/>
                <a:gd name="csY14" fmla="*/ 714422 h 790622"/>
                <a:gd name="csX15" fmla="*/ 488348 w 2203254"/>
                <a:gd name="csY15" fmla="*/ 666797 h 790622"/>
                <a:gd name="csX16" fmla="*/ 240698 w 2203254"/>
                <a:gd name="csY16" fmla="*/ 609647 h 790622"/>
                <a:gd name="csX17" fmla="*/ 164498 w 2203254"/>
                <a:gd name="csY17" fmla="*/ 533447 h 790622"/>
                <a:gd name="csX18" fmla="*/ 116873 w 2203254"/>
                <a:gd name="csY18" fmla="*/ 438197 h 790622"/>
                <a:gd name="csX19" fmla="*/ 88298 w 2203254"/>
                <a:gd name="csY19" fmla="*/ 247697 h 790622"/>
                <a:gd name="csX20" fmla="*/ 154973 w 2203254"/>
                <a:gd name="csY20" fmla="*/ 190547 h 790622"/>
                <a:gd name="csX21" fmla="*/ 174023 w 2203254"/>
                <a:gd name="csY21" fmla="*/ 47 h 7906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2203254" h="790622">
                  <a:moveTo>
                    <a:pt x="174023" y="47"/>
                  </a:moveTo>
                  <a:cubicBezTo>
                    <a:pt x="151798" y="3222"/>
                    <a:pt x="48610" y="130222"/>
                    <a:pt x="21623" y="209597"/>
                  </a:cubicBezTo>
                  <a:cubicBezTo>
                    <a:pt x="-5364" y="288972"/>
                    <a:pt x="-5364" y="403272"/>
                    <a:pt x="12098" y="476297"/>
                  </a:cubicBezTo>
                  <a:cubicBezTo>
                    <a:pt x="29560" y="549322"/>
                    <a:pt x="43848" y="601710"/>
                    <a:pt x="126398" y="647747"/>
                  </a:cubicBezTo>
                  <a:cubicBezTo>
                    <a:pt x="208948" y="693785"/>
                    <a:pt x="321661" y="728710"/>
                    <a:pt x="507398" y="752522"/>
                  </a:cubicBezTo>
                  <a:cubicBezTo>
                    <a:pt x="693136" y="776335"/>
                    <a:pt x="1029686" y="785860"/>
                    <a:pt x="1240823" y="790622"/>
                  </a:cubicBezTo>
                  <a:lnTo>
                    <a:pt x="1774223" y="781097"/>
                  </a:lnTo>
                  <a:cubicBezTo>
                    <a:pt x="1913923" y="766809"/>
                    <a:pt x="2007586" y="768397"/>
                    <a:pt x="2079023" y="704897"/>
                  </a:cubicBezTo>
                  <a:cubicBezTo>
                    <a:pt x="2150460" y="641397"/>
                    <a:pt x="2196498" y="423909"/>
                    <a:pt x="2202848" y="400097"/>
                  </a:cubicBezTo>
                  <a:cubicBezTo>
                    <a:pt x="2209198" y="376285"/>
                    <a:pt x="2139348" y="519160"/>
                    <a:pt x="2117123" y="562022"/>
                  </a:cubicBezTo>
                  <a:cubicBezTo>
                    <a:pt x="2094898" y="604884"/>
                    <a:pt x="2098073" y="631872"/>
                    <a:pt x="2069498" y="657272"/>
                  </a:cubicBezTo>
                  <a:cubicBezTo>
                    <a:pt x="2040923" y="682672"/>
                    <a:pt x="2009173" y="701722"/>
                    <a:pt x="1945673" y="714422"/>
                  </a:cubicBezTo>
                  <a:cubicBezTo>
                    <a:pt x="1882173" y="727122"/>
                    <a:pt x="1688498" y="733472"/>
                    <a:pt x="1688498" y="733472"/>
                  </a:cubicBezTo>
                  <a:lnTo>
                    <a:pt x="1288448" y="723947"/>
                  </a:lnTo>
                  <a:cubicBezTo>
                    <a:pt x="1148748" y="720772"/>
                    <a:pt x="983648" y="723947"/>
                    <a:pt x="850298" y="714422"/>
                  </a:cubicBezTo>
                  <a:cubicBezTo>
                    <a:pt x="716948" y="704897"/>
                    <a:pt x="589948" y="684259"/>
                    <a:pt x="488348" y="666797"/>
                  </a:cubicBezTo>
                  <a:cubicBezTo>
                    <a:pt x="386748" y="649335"/>
                    <a:pt x="294673" y="631872"/>
                    <a:pt x="240698" y="609647"/>
                  </a:cubicBezTo>
                  <a:cubicBezTo>
                    <a:pt x="186723" y="587422"/>
                    <a:pt x="185135" y="562022"/>
                    <a:pt x="164498" y="533447"/>
                  </a:cubicBezTo>
                  <a:cubicBezTo>
                    <a:pt x="143861" y="504872"/>
                    <a:pt x="129573" y="485822"/>
                    <a:pt x="116873" y="438197"/>
                  </a:cubicBezTo>
                  <a:cubicBezTo>
                    <a:pt x="104173" y="390572"/>
                    <a:pt x="81948" y="288972"/>
                    <a:pt x="88298" y="247697"/>
                  </a:cubicBezTo>
                  <a:cubicBezTo>
                    <a:pt x="94648" y="206422"/>
                    <a:pt x="140686" y="227059"/>
                    <a:pt x="154973" y="190547"/>
                  </a:cubicBezTo>
                  <a:cubicBezTo>
                    <a:pt x="169260" y="154035"/>
                    <a:pt x="196248" y="-3128"/>
                    <a:pt x="174023" y="47"/>
                  </a:cubicBez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Oval 105">
              <a:extLst>
                <a:ext uri="{FF2B5EF4-FFF2-40B4-BE49-F238E27FC236}">
                  <a16:creationId xmlns:a16="http://schemas.microsoft.com/office/drawing/2014/main" id="{17321D8B-AD4D-C995-BD7A-6D9AE07DED5A}"/>
                </a:ext>
              </a:extLst>
            </p:cNvPr>
            <p:cNvSpPr/>
            <p:nvPr/>
          </p:nvSpPr>
          <p:spPr>
            <a:xfrm>
              <a:off x="1983141" y="4199961"/>
              <a:ext cx="994380" cy="435365"/>
            </a:xfrm>
            <a:custGeom>
              <a:avLst/>
              <a:gdLst>
                <a:gd name="csX0" fmla="*/ 324 w 994380"/>
                <a:gd name="csY0" fmla="*/ 151949 h 435365"/>
                <a:gd name="csX1" fmla="*/ 443564 w 994380"/>
                <a:gd name="csY1" fmla="*/ 15 h 435365"/>
                <a:gd name="csX2" fmla="*/ 994380 w 994380"/>
                <a:gd name="csY2" fmla="*/ 151949 h 435365"/>
                <a:gd name="csX3" fmla="*/ 497352 w 994380"/>
                <a:gd name="csY3" fmla="*/ 435365 h 435365"/>
                <a:gd name="csX4" fmla="*/ 324 w 994380"/>
                <a:gd name="csY4" fmla="*/ 151949 h 4353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94380" h="435365">
                  <a:moveTo>
                    <a:pt x="324" y="151949"/>
                  </a:moveTo>
                  <a:cubicBezTo>
                    <a:pt x="-8641" y="79391"/>
                    <a:pt x="169063" y="15"/>
                    <a:pt x="443564" y="15"/>
                  </a:cubicBezTo>
                  <a:cubicBezTo>
                    <a:pt x="718065" y="15"/>
                    <a:pt x="994380" y="-4577"/>
                    <a:pt x="994380" y="151949"/>
                  </a:cubicBezTo>
                  <a:cubicBezTo>
                    <a:pt x="994380" y="308475"/>
                    <a:pt x="771853" y="435365"/>
                    <a:pt x="497352" y="435365"/>
                  </a:cubicBezTo>
                  <a:cubicBezTo>
                    <a:pt x="222851" y="435365"/>
                    <a:pt x="9289" y="224507"/>
                    <a:pt x="324" y="151949"/>
                  </a:cubicBezTo>
                  <a:close/>
                </a:path>
              </a:pathLst>
            </a:custGeom>
            <a:solidFill>
              <a:srgbClr val="C7C7C7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107">
              <a:extLst>
                <a:ext uri="{FF2B5EF4-FFF2-40B4-BE49-F238E27FC236}">
                  <a16:creationId xmlns:a16="http://schemas.microsoft.com/office/drawing/2014/main" id="{B6F61174-88B0-7575-B90E-2E7CFE27E78F}"/>
                </a:ext>
              </a:extLst>
            </p:cNvPr>
            <p:cNvSpPr/>
            <p:nvPr/>
          </p:nvSpPr>
          <p:spPr>
            <a:xfrm>
              <a:off x="1980537" y="4190829"/>
              <a:ext cx="996986" cy="288821"/>
            </a:xfrm>
            <a:custGeom>
              <a:avLst/>
              <a:gdLst>
                <a:gd name="csX0" fmla="*/ 137732 w 1669553"/>
                <a:gd name="csY0" fmla="*/ 95071 h 465920"/>
                <a:gd name="csX1" fmla="*/ 891314 w 1669553"/>
                <a:gd name="csY1" fmla="*/ 9174 h 465920"/>
                <a:gd name="csX2" fmla="*/ 1669553 w 1669553"/>
                <a:gd name="csY2" fmla="*/ 269373 h 465920"/>
                <a:gd name="csX3" fmla="*/ 151429 w 1669553"/>
                <a:gd name="csY3" fmla="*/ 440823 h 465920"/>
                <a:gd name="csX4" fmla="*/ 137732 w 1669553"/>
                <a:gd name="csY4" fmla="*/ 95071 h 4659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669553" h="465920">
                  <a:moveTo>
                    <a:pt x="137732" y="95071"/>
                  </a:moveTo>
                  <a:cubicBezTo>
                    <a:pt x="261046" y="23130"/>
                    <a:pt x="636010" y="-19876"/>
                    <a:pt x="891314" y="9174"/>
                  </a:cubicBezTo>
                  <a:cubicBezTo>
                    <a:pt x="1146618" y="38224"/>
                    <a:pt x="1669553" y="16868"/>
                    <a:pt x="1669553" y="269373"/>
                  </a:cubicBezTo>
                  <a:cubicBezTo>
                    <a:pt x="1669553" y="521878"/>
                    <a:pt x="406733" y="469873"/>
                    <a:pt x="151429" y="440823"/>
                  </a:cubicBezTo>
                  <a:cubicBezTo>
                    <a:pt x="-103875" y="411773"/>
                    <a:pt x="14418" y="167013"/>
                    <a:pt x="137732" y="95071"/>
                  </a:cubicBezTo>
                  <a:close/>
                </a:path>
              </a:pathLst>
            </a:custGeom>
            <a:solidFill>
              <a:srgbClr val="6D5C4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E1363AD5-3B32-8BD3-6EF5-2D14C090A864}"/>
                </a:ext>
              </a:extLst>
            </p:cNvPr>
            <p:cNvSpPr/>
            <p:nvPr/>
          </p:nvSpPr>
          <p:spPr>
            <a:xfrm rot="1481847">
              <a:off x="2697090" y="4487946"/>
              <a:ext cx="317015" cy="105972"/>
            </a:xfrm>
            <a:prstGeom prst="ellipse">
              <a:avLst/>
            </a:prstGeom>
            <a:solidFill>
              <a:srgbClr val="C7C7C7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FAA8F4FD-B1A9-7CA2-E6D1-1F2F3895A9A1}"/>
                </a:ext>
              </a:extLst>
            </p:cNvPr>
            <p:cNvSpPr/>
            <p:nvPr/>
          </p:nvSpPr>
          <p:spPr>
            <a:xfrm rot="366718">
              <a:off x="2927665" y="4546691"/>
              <a:ext cx="153453" cy="101186"/>
            </a:xfrm>
            <a:prstGeom prst="ellipse">
              <a:avLst/>
            </a:prstGeom>
            <a:solidFill>
              <a:srgbClr val="CFBBB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9D66AFAC-3776-8F01-1E5F-8F0D8C4E9A90}"/>
                </a:ext>
              </a:extLst>
            </p:cNvPr>
            <p:cNvSpPr/>
            <p:nvPr/>
          </p:nvSpPr>
          <p:spPr>
            <a:xfrm rot="1443167">
              <a:off x="2595847" y="4066394"/>
              <a:ext cx="571474" cy="291117"/>
            </a:xfrm>
            <a:prstGeom prst="ellipse">
              <a:avLst/>
            </a:prstGeom>
            <a:solidFill>
              <a:srgbClr val="C7C7C7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107">
              <a:extLst>
                <a:ext uri="{FF2B5EF4-FFF2-40B4-BE49-F238E27FC236}">
                  <a16:creationId xmlns:a16="http://schemas.microsoft.com/office/drawing/2014/main" id="{CCAA2126-2C9C-98AC-40F0-3444DC08DCA2}"/>
                </a:ext>
              </a:extLst>
            </p:cNvPr>
            <p:cNvSpPr/>
            <p:nvPr/>
          </p:nvSpPr>
          <p:spPr>
            <a:xfrm rot="1443167">
              <a:off x="2608736" y="4050190"/>
              <a:ext cx="580818" cy="198696"/>
            </a:xfrm>
            <a:custGeom>
              <a:avLst/>
              <a:gdLst>
                <a:gd name="csX0" fmla="*/ 122468 w 1691866"/>
                <a:gd name="csY0" fmla="*/ 194979 h 624104"/>
                <a:gd name="csX1" fmla="*/ 971484 w 1691866"/>
                <a:gd name="csY1" fmla="*/ 6877 h 624104"/>
                <a:gd name="csX2" fmla="*/ 1691866 w 1691866"/>
                <a:gd name="csY2" fmla="*/ 423579 h 624104"/>
                <a:gd name="csX3" fmla="*/ 173742 w 1691866"/>
                <a:gd name="csY3" fmla="*/ 595029 h 624104"/>
                <a:gd name="csX4" fmla="*/ 122468 w 1691866"/>
                <a:gd name="csY4" fmla="*/ 194979 h 6241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691866" h="624104">
                  <a:moveTo>
                    <a:pt x="122468" y="194979"/>
                  </a:moveTo>
                  <a:cubicBezTo>
                    <a:pt x="255425" y="96954"/>
                    <a:pt x="709918" y="-31223"/>
                    <a:pt x="971484" y="6877"/>
                  </a:cubicBezTo>
                  <a:cubicBezTo>
                    <a:pt x="1233050" y="44977"/>
                    <a:pt x="1691866" y="171074"/>
                    <a:pt x="1691866" y="423579"/>
                  </a:cubicBezTo>
                  <a:cubicBezTo>
                    <a:pt x="1691866" y="676084"/>
                    <a:pt x="435308" y="633129"/>
                    <a:pt x="173742" y="595029"/>
                  </a:cubicBezTo>
                  <a:cubicBezTo>
                    <a:pt x="-87824" y="556929"/>
                    <a:pt x="-10489" y="293004"/>
                    <a:pt x="122468" y="194979"/>
                  </a:cubicBezTo>
                  <a:close/>
                </a:path>
              </a:pathLst>
            </a:custGeom>
            <a:solidFill>
              <a:srgbClr val="6D5C4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E87771BD-A3F8-DE62-408F-CA4E054182E5}"/>
                </a:ext>
              </a:extLst>
            </p:cNvPr>
            <p:cNvSpPr/>
            <p:nvPr/>
          </p:nvSpPr>
          <p:spPr>
            <a:xfrm rot="1747228">
              <a:off x="1995828" y="4495190"/>
              <a:ext cx="352074" cy="113805"/>
            </a:xfrm>
            <a:prstGeom prst="ellipse">
              <a:avLst/>
            </a:prstGeom>
            <a:solidFill>
              <a:srgbClr val="C7C7C7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9D9CCCB9-9276-94B1-ADC1-9FE3BC58796A}"/>
                </a:ext>
              </a:extLst>
            </p:cNvPr>
            <p:cNvSpPr/>
            <p:nvPr/>
          </p:nvSpPr>
          <p:spPr>
            <a:xfrm rot="366718">
              <a:off x="2276108" y="4597567"/>
              <a:ext cx="159743" cy="107509"/>
            </a:xfrm>
            <a:prstGeom prst="ellipse">
              <a:avLst/>
            </a:prstGeom>
            <a:solidFill>
              <a:srgbClr val="CFBBB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AD4CE2A6-32B0-4E55-A700-13B874CE24FC}"/>
                </a:ext>
              </a:extLst>
            </p:cNvPr>
            <p:cNvSpPr/>
            <p:nvPr/>
          </p:nvSpPr>
          <p:spPr>
            <a:xfrm>
              <a:off x="2770708" y="4047415"/>
              <a:ext cx="131096" cy="133682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123">
              <a:extLst>
                <a:ext uri="{FF2B5EF4-FFF2-40B4-BE49-F238E27FC236}">
                  <a16:creationId xmlns:a16="http://schemas.microsoft.com/office/drawing/2014/main" id="{C03D0C54-DF60-6CB3-2188-5E63292451F2}"/>
                </a:ext>
              </a:extLst>
            </p:cNvPr>
            <p:cNvSpPr/>
            <p:nvPr/>
          </p:nvSpPr>
          <p:spPr>
            <a:xfrm rot="20235781">
              <a:off x="2530068" y="3742234"/>
              <a:ext cx="226139" cy="322817"/>
            </a:xfrm>
            <a:custGeom>
              <a:avLst/>
              <a:gdLst>
                <a:gd name="csX0" fmla="*/ 0 w 378693"/>
                <a:gd name="csY0" fmla="*/ 226783 h 520761"/>
                <a:gd name="csX1" fmla="*/ 194333 w 378693"/>
                <a:gd name="csY1" fmla="*/ 1 h 520761"/>
                <a:gd name="csX2" fmla="*/ 378693 w 378693"/>
                <a:gd name="csY2" fmla="*/ 224998 h 520761"/>
                <a:gd name="csX3" fmla="*/ 194333 w 378693"/>
                <a:gd name="csY3" fmla="*/ 520761 h 520761"/>
                <a:gd name="csX4" fmla="*/ 0 w 378693"/>
                <a:gd name="csY4" fmla="*/ 226783 h 5207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78693" h="520761">
                  <a:moveTo>
                    <a:pt x="0" y="226783"/>
                  </a:moveTo>
                  <a:cubicBezTo>
                    <a:pt x="0" y="82979"/>
                    <a:pt x="131218" y="298"/>
                    <a:pt x="194333" y="1"/>
                  </a:cubicBezTo>
                  <a:cubicBezTo>
                    <a:pt x="257448" y="-296"/>
                    <a:pt x="378693" y="81194"/>
                    <a:pt x="378693" y="224998"/>
                  </a:cubicBezTo>
                  <a:cubicBezTo>
                    <a:pt x="378693" y="368802"/>
                    <a:pt x="257448" y="520464"/>
                    <a:pt x="194333" y="520761"/>
                  </a:cubicBezTo>
                  <a:cubicBezTo>
                    <a:pt x="131218" y="521058"/>
                    <a:pt x="0" y="370587"/>
                    <a:pt x="0" y="226783"/>
                  </a:cubicBezTo>
                  <a:close/>
                </a:path>
              </a:pathLst>
            </a:custGeom>
            <a:solidFill>
              <a:srgbClr val="C7C7C7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Arc 45">
              <a:extLst>
                <a:ext uri="{FF2B5EF4-FFF2-40B4-BE49-F238E27FC236}">
                  <a16:creationId xmlns:a16="http://schemas.microsoft.com/office/drawing/2014/main" id="{450BFB47-B96F-7628-243A-3CDE6FC1B1ED}"/>
                </a:ext>
              </a:extLst>
            </p:cNvPr>
            <p:cNvSpPr/>
            <p:nvPr/>
          </p:nvSpPr>
          <p:spPr>
            <a:xfrm rot="13801390">
              <a:off x="2829251" y="4064449"/>
              <a:ext cx="28874" cy="64833"/>
            </a:xfrm>
            <a:prstGeom prst="arc">
              <a:avLst/>
            </a:prstGeom>
            <a:solidFill>
              <a:schemeClr val="bg1"/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412E89C4-1C50-919B-1B81-3414EB2047B6}"/>
                </a:ext>
              </a:extLst>
            </p:cNvPr>
            <p:cNvSpPr/>
            <p:nvPr/>
          </p:nvSpPr>
          <p:spPr>
            <a:xfrm rot="20401258">
              <a:off x="2624365" y="3851213"/>
              <a:ext cx="87390" cy="174658"/>
            </a:xfrm>
            <a:prstGeom prst="ellipse">
              <a:avLst/>
            </a:prstGeom>
            <a:solidFill>
              <a:schemeClr val="bg2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Arc 47">
              <a:extLst>
                <a:ext uri="{FF2B5EF4-FFF2-40B4-BE49-F238E27FC236}">
                  <a16:creationId xmlns:a16="http://schemas.microsoft.com/office/drawing/2014/main" id="{FA99FC98-EBAE-EBC7-46C4-66FCDF785761}"/>
                </a:ext>
              </a:extLst>
            </p:cNvPr>
            <p:cNvSpPr/>
            <p:nvPr/>
          </p:nvSpPr>
          <p:spPr>
            <a:xfrm rot="512273">
              <a:off x="2690818" y="4212197"/>
              <a:ext cx="366479" cy="84291"/>
            </a:xfrm>
            <a:prstGeom prst="arc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Arc 48">
              <a:extLst>
                <a:ext uri="{FF2B5EF4-FFF2-40B4-BE49-F238E27FC236}">
                  <a16:creationId xmlns:a16="http://schemas.microsoft.com/office/drawing/2014/main" id="{7D4506FF-DD41-D49D-CBCE-192A43924343}"/>
                </a:ext>
              </a:extLst>
            </p:cNvPr>
            <p:cNvSpPr/>
            <p:nvPr/>
          </p:nvSpPr>
          <p:spPr>
            <a:xfrm rot="20883052">
              <a:off x="2693233" y="4288244"/>
              <a:ext cx="366479" cy="84291"/>
            </a:xfrm>
            <a:prstGeom prst="arc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Arc 49">
              <a:extLst>
                <a:ext uri="{FF2B5EF4-FFF2-40B4-BE49-F238E27FC236}">
                  <a16:creationId xmlns:a16="http://schemas.microsoft.com/office/drawing/2014/main" id="{19C6BD9F-D85E-DC81-C553-398AAE2B5C71}"/>
                </a:ext>
              </a:extLst>
            </p:cNvPr>
            <p:cNvSpPr/>
            <p:nvPr/>
          </p:nvSpPr>
          <p:spPr>
            <a:xfrm rot="20297327">
              <a:off x="2714668" y="4334844"/>
              <a:ext cx="366479" cy="84291"/>
            </a:xfrm>
            <a:prstGeom prst="arc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Arc 50">
              <a:extLst>
                <a:ext uri="{FF2B5EF4-FFF2-40B4-BE49-F238E27FC236}">
                  <a16:creationId xmlns:a16="http://schemas.microsoft.com/office/drawing/2014/main" id="{A070EB66-1CC9-CFE0-91C5-02D8FA04BF92}"/>
                </a:ext>
              </a:extLst>
            </p:cNvPr>
            <p:cNvSpPr/>
            <p:nvPr/>
          </p:nvSpPr>
          <p:spPr>
            <a:xfrm rot="17991802">
              <a:off x="2843351" y="4422460"/>
              <a:ext cx="380433" cy="81200"/>
            </a:xfrm>
            <a:prstGeom prst="arc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Arc 51">
              <a:extLst>
                <a:ext uri="{FF2B5EF4-FFF2-40B4-BE49-F238E27FC236}">
                  <a16:creationId xmlns:a16="http://schemas.microsoft.com/office/drawing/2014/main" id="{9F79BF9B-670A-359B-342E-2E062EEF3CF5}"/>
                </a:ext>
              </a:extLst>
            </p:cNvPr>
            <p:cNvSpPr/>
            <p:nvPr/>
          </p:nvSpPr>
          <p:spPr>
            <a:xfrm rot="21178739" flipH="1">
              <a:off x="3116369" y="4217696"/>
              <a:ext cx="268765" cy="80103"/>
            </a:xfrm>
            <a:prstGeom prst="arc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Arc 52">
              <a:extLst>
                <a:ext uri="{FF2B5EF4-FFF2-40B4-BE49-F238E27FC236}">
                  <a16:creationId xmlns:a16="http://schemas.microsoft.com/office/drawing/2014/main" id="{A96BA71F-6B67-F5E5-1F49-9E45A3340980}"/>
                </a:ext>
              </a:extLst>
            </p:cNvPr>
            <p:cNvSpPr/>
            <p:nvPr/>
          </p:nvSpPr>
          <p:spPr>
            <a:xfrm rot="273135" flipH="1">
              <a:off x="3139381" y="4261348"/>
              <a:ext cx="291464" cy="62397"/>
            </a:xfrm>
            <a:prstGeom prst="arc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Arc 53">
              <a:extLst>
                <a:ext uri="{FF2B5EF4-FFF2-40B4-BE49-F238E27FC236}">
                  <a16:creationId xmlns:a16="http://schemas.microsoft.com/office/drawing/2014/main" id="{BE2E7167-4604-2F41-5C2D-B3F0FEADF310}"/>
                </a:ext>
              </a:extLst>
            </p:cNvPr>
            <p:cNvSpPr/>
            <p:nvPr/>
          </p:nvSpPr>
          <p:spPr>
            <a:xfrm rot="20908532" flipH="1">
              <a:off x="3126471" y="4177169"/>
              <a:ext cx="268765" cy="80103"/>
            </a:xfrm>
            <a:prstGeom prst="arc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Arc 54">
              <a:extLst>
                <a:ext uri="{FF2B5EF4-FFF2-40B4-BE49-F238E27FC236}">
                  <a16:creationId xmlns:a16="http://schemas.microsoft.com/office/drawing/2014/main" id="{60BD3300-E247-6565-4B2F-86B35CFDF6C0}"/>
                </a:ext>
              </a:extLst>
            </p:cNvPr>
            <p:cNvSpPr/>
            <p:nvPr/>
          </p:nvSpPr>
          <p:spPr>
            <a:xfrm rot="1255848" flipH="1">
              <a:off x="3162194" y="4304564"/>
              <a:ext cx="268765" cy="80103"/>
            </a:xfrm>
            <a:prstGeom prst="arc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6A3C8EBA-08DC-ABC5-2234-7E7DBEE50013}"/>
                </a:ext>
              </a:extLst>
            </p:cNvPr>
            <p:cNvSpPr/>
            <p:nvPr/>
          </p:nvSpPr>
          <p:spPr>
            <a:xfrm>
              <a:off x="3053930" y="4244706"/>
              <a:ext cx="114268" cy="104077"/>
            </a:xfrm>
            <a:prstGeom prst="ellipse">
              <a:avLst/>
            </a:prstGeom>
            <a:solidFill>
              <a:srgbClr val="B5919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3317F054-209A-DC2F-FDCC-E73C53C6328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75694" y="4627447"/>
              <a:ext cx="55583" cy="20246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A3DBA137-B3E0-11C7-12A0-E4FBEA95743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75694" y="4644093"/>
              <a:ext cx="55583" cy="20246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A517C2AE-1CA3-2F3C-FFEE-44A84A4000D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73706" y="4660400"/>
              <a:ext cx="55583" cy="20246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BB048A47-BF7B-7218-341F-F8EABC6D633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46242" y="4672120"/>
              <a:ext cx="55583" cy="20246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1599FBD9-A3A4-8C5F-0A9A-55FB6BC7885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24338" y="4569317"/>
              <a:ext cx="55583" cy="20246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8A12FFC8-6C8C-369A-FD44-5A6EC8617B2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17092" y="4592242"/>
              <a:ext cx="55583" cy="20246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2B6D6E6A-455E-1E41-1847-B87D2765C69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06083" y="4616368"/>
              <a:ext cx="55583" cy="20246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63CF108F-29AD-124D-3101-2D079EA637C7}"/>
              </a:ext>
            </a:extLst>
          </p:cNvPr>
          <p:cNvGrpSpPr>
            <a:grpSpLocks noChangeAspect="1"/>
          </p:cNvGrpSpPr>
          <p:nvPr/>
        </p:nvGrpSpPr>
        <p:grpSpPr>
          <a:xfrm>
            <a:off x="11954082" y="4814744"/>
            <a:ext cx="527698" cy="877939"/>
            <a:chOff x="8929037" y="2961892"/>
            <a:chExt cx="983598" cy="1636427"/>
          </a:xfrm>
        </p:grpSpPr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BFA5EB59-132A-85E6-F260-48D9205A3990}"/>
                </a:ext>
              </a:extLst>
            </p:cNvPr>
            <p:cNvGrpSpPr/>
            <p:nvPr/>
          </p:nvGrpSpPr>
          <p:grpSpPr>
            <a:xfrm>
              <a:off x="8929037" y="2961892"/>
              <a:ext cx="701396" cy="641829"/>
              <a:chOff x="8929037" y="2961892"/>
              <a:chExt cx="701396" cy="641829"/>
            </a:xfrm>
          </p:grpSpPr>
          <p:grpSp>
            <p:nvGrpSpPr>
              <p:cNvPr id="67" name="Group 66">
                <a:extLst>
                  <a:ext uri="{FF2B5EF4-FFF2-40B4-BE49-F238E27FC236}">
                    <a16:creationId xmlns:a16="http://schemas.microsoft.com/office/drawing/2014/main" id="{C5E89DF9-04B3-7344-A657-D942A3E83B2D}"/>
                  </a:ext>
                </a:extLst>
              </p:cNvPr>
              <p:cNvGrpSpPr/>
              <p:nvPr/>
            </p:nvGrpSpPr>
            <p:grpSpPr>
              <a:xfrm rot="199363">
                <a:off x="8929037" y="2961892"/>
                <a:ext cx="701396" cy="641829"/>
                <a:chOff x="8870241" y="1241642"/>
                <a:chExt cx="701396" cy="641829"/>
              </a:xfrm>
              <a:solidFill>
                <a:schemeClr val="accent6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71" name="Freeform: Shape 70">
                  <a:extLst>
                    <a:ext uri="{FF2B5EF4-FFF2-40B4-BE49-F238E27FC236}">
                      <a16:creationId xmlns:a16="http://schemas.microsoft.com/office/drawing/2014/main" id="{DFC1A78F-7AB3-3992-BC9F-7FD6F2A411F4}"/>
                    </a:ext>
                  </a:extLst>
                </p:cNvPr>
                <p:cNvSpPr/>
                <p:nvPr/>
              </p:nvSpPr>
              <p:spPr>
                <a:xfrm>
                  <a:off x="8916171" y="1241642"/>
                  <a:ext cx="509580" cy="641829"/>
                </a:xfrm>
                <a:custGeom>
                  <a:avLst/>
                  <a:gdLst>
                    <a:gd name="csX0" fmla="*/ 88061 w 454001"/>
                    <a:gd name="csY0" fmla="*/ 530463 h 530463"/>
                    <a:gd name="csX1" fmla="*/ 25 w 454001"/>
                    <a:gd name="csY1" fmla="*/ 334114 h 530463"/>
                    <a:gd name="csX2" fmla="*/ 96278 w 454001"/>
                    <a:gd name="csY2" fmla="*/ 105514 h 530463"/>
                    <a:gd name="csX3" fmla="*/ 409099 w 454001"/>
                    <a:gd name="csY3" fmla="*/ 9261 h 530463"/>
                    <a:gd name="csX4" fmla="*/ 445194 w 454001"/>
                    <a:gd name="csY4" fmla="*/ 9261 h 53046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454001" h="530463">
                      <a:moveTo>
                        <a:pt x="88061" y="530463"/>
                      </a:moveTo>
                      <a:cubicBezTo>
                        <a:pt x="54974" y="459276"/>
                        <a:pt x="-1344" y="404939"/>
                        <a:pt x="25" y="334114"/>
                      </a:cubicBezTo>
                      <a:cubicBezTo>
                        <a:pt x="1394" y="263289"/>
                        <a:pt x="28099" y="159656"/>
                        <a:pt x="96278" y="105514"/>
                      </a:cubicBezTo>
                      <a:cubicBezTo>
                        <a:pt x="164457" y="51372"/>
                        <a:pt x="350946" y="25303"/>
                        <a:pt x="409099" y="9261"/>
                      </a:cubicBezTo>
                      <a:cubicBezTo>
                        <a:pt x="467252" y="-6781"/>
                        <a:pt x="456223" y="1240"/>
                        <a:pt x="445194" y="9261"/>
                      </a:cubicBezTo>
                    </a:path>
                  </a:pathLst>
                </a:custGeom>
                <a:grpFill/>
                <a:ln w="19050"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2" name="Freeform: Shape 71">
                  <a:extLst>
                    <a:ext uri="{FF2B5EF4-FFF2-40B4-BE49-F238E27FC236}">
                      <a16:creationId xmlns:a16="http://schemas.microsoft.com/office/drawing/2014/main" id="{3F4CED26-AA7A-8121-86CD-0D70F4BDA4C3}"/>
                    </a:ext>
                  </a:extLst>
                </p:cNvPr>
                <p:cNvSpPr/>
                <p:nvPr/>
              </p:nvSpPr>
              <p:spPr>
                <a:xfrm rot="3507530" flipH="1">
                  <a:off x="9019782" y="1251608"/>
                  <a:ext cx="402314" cy="701396"/>
                </a:xfrm>
                <a:custGeom>
                  <a:avLst/>
                  <a:gdLst>
                    <a:gd name="csX0" fmla="*/ 82372 w 459491"/>
                    <a:gd name="csY0" fmla="*/ 578325 h 578325"/>
                    <a:gd name="csX1" fmla="*/ 77 w 459491"/>
                    <a:gd name="csY1" fmla="*/ 353878 h 578325"/>
                    <a:gd name="csX2" fmla="*/ 96330 w 459491"/>
                    <a:gd name="csY2" fmla="*/ 125278 h 578325"/>
                    <a:gd name="csX3" fmla="*/ 459491 w 459491"/>
                    <a:gd name="csY3" fmla="*/ 0 h 57832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459491" h="578325">
                      <a:moveTo>
                        <a:pt x="82372" y="578325"/>
                      </a:moveTo>
                      <a:cubicBezTo>
                        <a:pt x="49285" y="507138"/>
                        <a:pt x="-2249" y="429386"/>
                        <a:pt x="77" y="353878"/>
                      </a:cubicBezTo>
                      <a:cubicBezTo>
                        <a:pt x="2403" y="278370"/>
                        <a:pt x="19761" y="184258"/>
                        <a:pt x="96330" y="125278"/>
                      </a:cubicBezTo>
                      <a:cubicBezTo>
                        <a:pt x="172899" y="66298"/>
                        <a:pt x="387430" y="29114"/>
                        <a:pt x="459491" y="0"/>
                      </a:cubicBezTo>
                    </a:path>
                  </a:pathLst>
                </a:custGeom>
                <a:grpFill/>
                <a:ln w="19050"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68" name="Arc 67">
                <a:extLst>
                  <a:ext uri="{FF2B5EF4-FFF2-40B4-BE49-F238E27FC236}">
                    <a16:creationId xmlns:a16="http://schemas.microsoft.com/office/drawing/2014/main" id="{0AB473CC-6DB1-ED36-46D4-0C4F9C0AC0DD}"/>
                  </a:ext>
                </a:extLst>
              </p:cNvPr>
              <p:cNvSpPr/>
              <p:nvPr/>
            </p:nvSpPr>
            <p:spPr>
              <a:xfrm rot="9605115">
                <a:off x="9052952" y="3203783"/>
                <a:ext cx="217029" cy="314740"/>
              </a:xfrm>
              <a:prstGeom prst="arc">
                <a:avLst/>
              </a:prstGeom>
              <a:ln w="19050">
                <a:solidFill>
                  <a:srgbClr val="13511C"/>
                </a:solidFill>
              </a:ln>
            </p:spPr>
            <p:style>
              <a:lnRef idx="2">
                <a:schemeClr val="accent3"/>
              </a:lnRef>
              <a:fillRef idx="0">
                <a:schemeClr val="accent3"/>
              </a:fillRef>
              <a:effectRef idx="1">
                <a:schemeClr val="accent3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Arc 68">
                <a:extLst>
                  <a:ext uri="{FF2B5EF4-FFF2-40B4-BE49-F238E27FC236}">
                    <a16:creationId xmlns:a16="http://schemas.microsoft.com/office/drawing/2014/main" id="{B91ACD9E-FA48-88D4-5423-AA0BFF81A11F}"/>
                  </a:ext>
                </a:extLst>
              </p:cNvPr>
              <p:cNvSpPr/>
              <p:nvPr/>
            </p:nvSpPr>
            <p:spPr>
              <a:xfrm rot="9605115">
                <a:off x="9101911" y="3110260"/>
                <a:ext cx="217029" cy="314740"/>
              </a:xfrm>
              <a:prstGeom prst="arc">
                <a:avLst>
                  <a:gd name="adj1" fmla="val 15874131"/>
                  <a:gd name="adj2" fmla="val 1350044"/>
                </a:avLst>
              </a:prstGeom>
              <a:ln w="19050">
                <a:solidFill>
                  <a:srgbClr val="13511C"/>
                </a:solidFill>
              </a:ln>
            </p:spPr>
            <p:style>
              <a:lnRef idx="2">
                <a:schemeClr val="accent3"/>
              </a:lnRef>
              <a:fillRef idx="0">
                <a:schemeClr val="accent3"/>
              </a:fillRef>
              <a:effectRef idx="1">
                <a:schemeClr val="accent3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Arc 69">
                <a:extLst>
                  <a:ext uri="{FF2B5EF4-FFF2-40B4-BE49-F238E27FC236}">
                    <a16:creationId xmlns:a16="http://schemas.microsoft.com/office/drawing/2014/main" id="{BAC6E939-6698-A28C-A1F0-60E6EAA32CF7}"/>
                  </a:ext>
                </a:extLst>
              </p:cNvPr>
              <p:cNvSpPr/>
              <p:nvPr/>
            </p:nvSpPr>
            <p:spPr>
              <a:xfrm rot="9605115">
                <a:off x="9197654" y="2984824"/>
                <a:ext cx="251670" cy="358188"/>
              </a:xfrm>
              <a:prstGeom prst="arc">
                <a:avLst>
                  <a:gd name="adj1" fmla="val 16200000"/>
                  <a:gd name="adj2" fmla="val 1800072"/>
                </a:avLst>
              </a:prstGeom>
              <a:ln w="19050">
                <a:solidFill>
                  <a:srgbClr val="13511C"/>
                </a:solidFill>
              </a:ln>
            </p:spPr>
            <p:style>
              <a:lnRef idx="2">
                <a:schemeClr val="accent3"/>
              </a:lnRef>
              <a:fillRef idx="0">
                <a:schemeClr val="accent3"/>
              </a:fillRef>
              <a:effectRef idx="1">
                <a:schemeClr val="accent3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6" name="Arc 65">
              <a:extLst>
                <a:ext uri="{FF2B5EF4-FFF2-40B4-BE49-F238E27FC236}">
                  <a16:creationId xmlns:a16="http://schemas.microsoft.com/office/drawing/2014/main" id="{553F919C-1DA2-9D47-F9DB-20624E9F053C}"/>
                </a:ext>
              </a:extLst>
            </p:cNvPr>
            <p:cNvSpPr/>
            <p:nvPr/>
          </p:nvSpPr>
          <p:spPr>
            <a:xfrm rot="17619608">
              <a:off x="8646912" y="3332596"/>
              <a:ext cx="1617046" cy="914400"/>
            </a:xfrm>
            <a:prstGeom prst="arc">
              <a:avLst>
                <a:gd name="adj1" fmla="val 14834143"/>
                <a:gd name="adj2" fmla="val 19800071"/>
              </a:avLst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B6E14A0D-F752-AD4D-1670-7D6F16F548B5}"/>
              </a:ext>
            </a:extLst>
          </p:cNvPr>
          <p:cNvGrpSpPr>
            <a:grpSpLocks noChangeAspect="1"/>
          </p:cNvGrpSpPr>
          <p:nvPr/>
        </p:nvGrpSpPr>
        <p:grpSpPr>
          <a:xfrm>
            <a:off x="14236052" y="5903712"/>
            <a:ext cx="527698" cy="877939"/>
            <a:chOff x="8929037" y="2961892"/>
            <a:chExt cx="983598" cy="1636427"/>
          </a:xfrm>
        </p:grpSpPr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49A5E8EB-A643-95F6-2183-5B9A41873872}"/>
                </a:ext>
              </a:extLst>
            </p:cNvPr>
            <p:cNvGrpSpPr/>
            <p:nvPr/>
          </p:nvGrpSpPr>
          <p:grpSpPr>
            <a:xfrm>
              <a:off x="8929037" y="2961892"/>
              <a:ext cx="701396" cy="641829"/>
              <a:chOff x="8929037" y="2961892"/>
              <a:chExt cx="701396" cy="641829"/>
            </a:xfrm>
          </p:grpSpPr>
          <p:grpSp>
            <p:nvGrpSpPr>
              <p:cNvPr id="76" name="Group 75">
                <a:extLst>
                  <a:ext uri="{FF2B5EF4-FFF2-40B4-BE49-F238E27FC236}">
                    <a16:creationId xmlns:a16="http://schemas.microsoft.com/office/drawing/2014/main" id="{869AE168-20B6-0B31-A0AB-8EA7917BF6CE}"/>
                  </a:ext>
                </a:extLst>
              </p:cNvPr>
              <p:cNvGrpSpPr/>
              <p:nvPr/>
            </p:nvGrpSpPr>
            <p:grpSpPr>
              <a:xfrm rot="199363">
                <a:off x="8929037" y="2961892"/>
                <a:ext cx="701396" cy="641829"/>
                <a:chOff x="8870241" y="1241642"/>
                <a:chExt cx="701396" cy="641829"/>
              </a:xfrm>
              <a:solidFill>
                <a:schemeClr val="accent6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80" name="Freeform: Shape 79">
                  <a:extLst>
                    <a:ext uri="{FF2B5EF4-FFF2-40B4-BE49-F238E27FC236}">
                      <a16:creationId xmlns:a16="http://schemas.microsoft.com/office/drawing/2014/main" id="{9F6E32DB-7540-F19C-76B0-8423C1E9BB6B}"/>
                    </a:ext>
                  </a:extLst>
                </p:cNvPr>
                <p:cNvSpPr/>
                <p:nvPr/>
              </p:nvSpPr>
              <p:spPr>
                <a:xfrm>
                  <a:off x="8916171" y="1241642"/>
                  <a:ext cx="509580" cy="641829"/>
                </a:xfrm>
                <a:custGeom>
                  <a:avLst/>
                  <a:gdLst>
                    <a:gd name="csX0" fmla="*/ 88061 w 454001"/>
                    <a:gd name="csY0" fmla="*/ 530463 h 530463"/>
                    <a:gd name="csX1" fmla="*/ 25 w 454001"/>
                    <a:gd name="csY1" fmla="*/ 334114 h 530463"/>
                    <a:gd name="csX2" fmla="*/ 96278 w 454001"/>
                    <a:gd name="csY2" fmla="*/ 105514 h 530463"/>
                    <a:gd name="csX3" fmla="*/ 409099 w 454001"/>
                    <a:gd name="csY3" fmla="*/ 9261 h 530463"/>
                    <a:gd name="csX4" fmla="*/ 445194 w 454001"/>
                    <a:gd name="csY4" fmla="*/ 9261 h 53046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454001" h="530463">
                      <a:moveTo>
                        <a:pt x="88061" y="530463"/>
                      </a:moveTo>
                      <a:cubicBezTo>
                        <a:pt x="54974" y="459276"/>
                        <a:pt x="-1344" y="404939"/>
                        <a:pt x="25" y="334114"/>
                      </a:cubicBezTo>
                      <a:cubicBezTo>
                        <a:pt x="1394" y="263289"/>
                        <a:pt x="28099" y="159656"/>
                        <a:pt x="96278" y="105514"/>
                      </a:cubicBezTo>
                      <a:cubicBezTo>
                        <a:pt x="164457" y="51372"/>
                        <a:pt x="350946" y="25303"/>
                        <a:pt x="409099" y="9261"/>
                      </a:cubicBezTo>
                      <a:cubicBezTo>
                        <a:pt x="467252" y="-6781"/>
                        <a:pt x="456223" y="1240"/>
                        <a:pt x="445194" y="9261"/>
                      </a:cubicBezTo>
                    </a:path>
                  </a:pathLst>
                </a:custGeom>
                <a:grpFill/>
                <a:ln w="19050"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Freeform: Shape 80">
                  <a:extLst>
                    <a:ext uri="{FF2B5EF4-FFF2-40B4-BE49-F238E27FC236}">
                      <a16:creationId xmlns:a16="http://schemas.microsoft.com/office/drawing/2014/main" id="{7DE77D02-D2CC-E09B-3FA7-1A9B29D2550E}"/>
                    </a:ext>
                  </a:extLst>
                </p:cNvPr>
                <p:cNvSpPr/>
                <p:nvPr/>
              </p:nvSpPr>
              <p:spPr>
                <a:xfrm rot="3507530" flipH="1">
                  <a:off x="9019782" y="1251608"/>
                  <a:ext cx="402314" cy="701396"/>
                </a:xfrm>
                <a:custGeom>
                  <a:avLst/>
                  <a:gdLst>
                    <a:gd name="csX0" fmla="*/ 82372 w 459491"/>
                    <a:gd name="csY0" fmla="*/ 578325 h 578325"/>
                    <a:gd name="csX1" fmla="*/ 77 w 459491"/>
                    <a:gd name="csY1" fmla="*/ 353878 h 578325"/>
                    <a:gd name="csX2" fmla="*/ 96330 w 459491"/>
                    <a:gd name="csY2" fmla="*/ 125278 h 578325"/>
                    <a:gd name="csX3" fmla="*/ 459491 w 459491"/>
                    <a:gd name="csY3" fmla="*/ 0 h 57832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459491" h="578325">
                      <a:moveTo>
                        <a:pt x="82372" y="578325"/>
                      </a:moveTo>
                      <a:cubicBezTo>
                        <a:pt x="49285" y="507138"/>
                        <a:pt x="-2249" y="429386"/>
                        <a:pt x="77" y="353878"/>
                      </a:cubicBezTo>
                      <a:cubicBezTo>
                        <a:pt x="2403" y="278370"/>
                        <a:pt x="19761" y="184258"/>
                        <a:pt x="96330" y="125278"/>
                      </a:cubicBezTo>
                      <a:cubicBezTo>
                        <a:pt x="172899" y="66298"/>
                        <a:pt x="387430" y="29114"/>
                        <a:pt x="459491" y="0"/>
                      </a:cubicBezTo>
                    </a:path>
                  </a:pathLst>
                </a:custGeom>
                <a:grpFill/>
                <a:ln w="19050"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77" name="Arc 76">
                <a:extLst>
                  <a:ext uri="{FF2B5EF4-FFF2-40B4-BE49-F238E27FC236}">
                    <a16:creationId xmlns:a16="http://schemas.microsoft.com/office/drawing/2014/main" id="{9BD15DC7-DFF1-86D9-DCD8-ED66D054A5F8}"/>
                  </a:ext>
                </a:extLst>
              </p:cNvPr>
              <p:cNvSpPr/>
              <p:nvPr/>
            </p:nvSpPr>
            <p:spPr>
              <a:xfrm rot="9605115">
                <a:off x="9052952" y="3203783"/>
                <a:ext cx="217029" cy="314740"/>
              </a:xfrm>
              <a:prstGeom prst="arc">
                <a:avLst/>
              </a:prstGeom>
              <a:ln w="19050">
                <a:solidFill>
                  <a:srgbClr val="13511C"/>
                </a:solidFill>
              </a:ln>
            </p:spPr>
            <p:style>
              <a:lnRef idx="2">
                <a:schemeClr val="accent3"/>
              </a:lnRef>
              <a:fillRef idx="0">
                <a:schemeClr val="accent3"/>
              </a:fillRef>
              <a:effectRef idx="1">
                <a:schemeClr val="accent3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" name="Arc 77">
                <a:extLst>
                  <a:ext uri="{FF2B5EF4-FFF2-40B4-BE49-F238E27FC236}">
                    <a16:creationId xmlns:a16="http://schemas.microsoft.com/office/drawing/2014/main" id="{6DB4A6B8-7E3D-03BD-7352-1D15F022BB62}"/>
                  </a:ext>
                </a:extLst>
              </p:cNvPr>
              <p:cNvSpPr/>
              <p:nvPr/>
            </p:nvSpPr>
            <p:spPr>
              <a:xfrm rot="9605115">
                <a:off x="9101911" y="3110260"/>
                <a:ext cx="217029" cy="314740"/>
              </a:xfrm>
              <a:prstGeom prst="arc">
                <a:avLst>
                  <a:gd name="adj1" fmla="val 15874131"/>
                  <a:gd name="adj2" fmla="val 1350044"/>
                </a:avLst>
              </a:prstGeom>
              <a:ln w="19050">
                <a:solidFill>
                  <a:srgbClr val="13511C"/>
                </a:solidFill>
              </a:ln>
            </p:spPr>
            <p:style>
              <a:lnRef idx="2">
                <a:schemeClr val="accent3"/>
              </a:lnRef>
              <a:fillRef idx="0">
                <a:schemeClr val="accent3"/>
              </a:fillRef>
              <a:effectRef idx="1">
                <a:schemeClr val="accent3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Arc 78">
                <a:extLst>
                  <a:ext uri="{FF2B5EF4-FFF2-40B4-BE49-F238E27FC236}">
                    <a16:creationId xmlns:a16="http://schemas.microsoft.com/office/drawing/2014/main" id="{658CB27E-243A-3D8B-478D-69BEBC2FC53F}"/>
                  </a:ext>
                </a:extLst>
              </p:cNvPr>
              <p:cNvSpPr/>
              <p:nvPr/>
            </p:nvSpPr>
            <p:spPr>
              <a:xfrm rot="9605115">
                <a:off x="9197654" y="2984824"/>
                <a:ext cx="251670" cy="358188"/>
              </a:xfrm>
              <a:prstGeom prst="arc">
                <a:avLst>
                  <a:gd name="adj1" fmla="val 16200000"/>
                  <a:gd name="adj2" fmla="val 1800072"/>
                </a:avLst>
              </a:prstGeom>
              <a:ln w="19050">
                <a:solidFill>
                  <a:srgbClr val="13511C"/>
                </a:solidFill>
              </a:ln>
            </p:spPr>
            <p:style>
              <a:lnRef idx="2">
                <a:schemeClr val="accent3"/>
              </a:lnRef>
              <a:fillRef idx="0">
                <a:schemeClr val="accent3"/>
              </a:fillRef>
              <a:effectRef idx="1">
                <a:schemeClr val="accent3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5" name="Arc 74">
              <a:extLst>
                <a:ext uri="{FF2B5EF4-FFF2-40B4-BE49-F238E27FC236}">
                  <a16:creationId xmlns:a16="http://schemas.microsoft.com/office/drawing/2014/main" id="{BCA426C1-1F2A-FF17-351D-224BE96B2219}"/>
                </a:ext>
              </a:extLst>
            </p:cNvPr>
            <p:cNvSpPr/>
            <p:nvPr/>
          </p:nvSpPr>
          <p:spPr>
            <a:xfrm rot="17619608">
              <a:off x="8646912" y="3332596"/>
              <a:ext cx="1617046" cy="914400"/>
            </a:xfrm>
            <a:prstGeom prst="arc">
              <a:avLst>
                <a:gd name="adj1" fmla="val 14834143"/>
                <a:gd name="adj2" fmla="val 19800071"/>
              </a:avLst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7A04B4A9-6C3C-27A4-26A2-074717277E22}"/>
              </a:ext>
            </a:extLst>
          </p:cNvPr>
          <p:cNvGrpSpPr>
            <a:grpSpLocks noChangeAspect="1"/>
          </p:cNvGrpSpPr>
          <p:nvPr/>
        </p:nvGrpSpPr>
        <p:grpSpPr>
          <a:xfrm>
            <a:off x="13389935" y="5557018"/>
            <a:ext cx="313582" cy="456891"/>
            <a:chOff x="9802399" y="1241642"/>
            <a:chExt cx="590234" cy="85997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C5B52C5E-7370-7353-D1E5-C3AAAB4CE510}"/>
                </a:ext>
              </a:extLst>
            </p:cNvPr>
            <p:cNvGrpSpPr/>
            <p:nvPr/>
          </p:nvGrpSpPr>
          <p:grpSpPr>
            <a:xfrm>
              <a:off x="9802399" y="1241642"/>
              <a:ext cx="545937" cy="859973"/>
              <a:chOff x="10625915" y="816501"/>
              <a:chExt cx="680938" cy="1056699"/>
            </a:xfrm>
          </p:grpSpPr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21A46EF0-C016-F63C-FDAC-F02C9AED922E}"/>
                  </a:ext>
                </a:extLst>
              </p:cNvPr>
              <p:cNvSpPr/>
              <p:nvPr/>
            </p:nvSpPr>
            <p:spPr>
              <a:xfrm>
                <a:off x="10625915" y="822851"/>
                <a:ext cx="365935" cy="1050349"/>
              </a:xfrm>
              <a:custGeom>
                <a:avLst/>
                <a:gdLst>
                  <a:gd name="csX0" fmla="*/ 350872 w 365935"/>
                  <a:gd name="csY0" fmla="*/ 0 h 1050349"/>
                  <a:gd name="csX1" fmla="*/ 259609 w 365935"/>
                  <a:gd name="csY1" fmla="*/ 187104 h 1050349"/>
                  <a:gd name="csX2" fmla="*/ 110754 w 365935"/>
                  <a:gd name="csY2" fmla="*/ 389122 h 1050349"/>
                  <a:gd name="csX3" fmla="*/ 15061 w 365935"/>
                  <a:gd name="csY3" fmla="*/ 580508 h 1050349"/>
                  <a:gd name="csX4" fmla="*/ 4428 w 365935"/>
                  <a:gd name="csY4" fmla="*/ 771894 h 1050349"/>
                  <a:gd name="csX5" fmla="*/ 57591 w 365935"/>
                  <a:gd name="csY5" fmla="*/ 931383 h 1050349"/>
                  <a:gd name="csX6" fmla="*/ 217079 w 365935"/>
                  <a:gd name="csY6" fmla="*/ 1037708 h 1050349"/>
                  <a:gd name="csX7" fmla="*/ 365935 w 365935"/>
                  <a:gd name="csY7" fmla="*/ 1048341 h 1050349"/>
                  <a:gd name="csX8" fmla="*/ 365935 w 365935"/>
                  <a:gd name="csY8" fmla="*/ 1048341 h 105034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365935" h="1050349">
                    <a:moveTo>
                      <a:pt x="350872" y="0"/>
                    </a:moveTo>
                    <a:cubicBezTo>
                      <a:pt x="341125" y="58479"/>
                      <a:pt x="299629" y="122250"/>
                      <a:pt x="259609" y="187104"/>
                    </a:cubicBezTo>
                    <a:cubicBezTo>
                      <a:pt x="219589" y="251958"/>
                      <a:pt x="151512" y="323555"/>
                      <a:pt x="110754" y="389122"/>
                    </a:cubicBezTo>
                    <a:cubicBezTo>
                      <a:pt x="69996" y="454689"/>
                      <a:pt x="32782" y="516713"/>
                      <a:pt x="15061" y="580508"/>
                    </a:cubicBezTo>
                    <a:cubicBezTo>
                      <a:pt x="-2660" y="644303"/>
                      <a:pt x="-2660" y="713415"/>
                      <a:pt x="4428" y="771894"/>
                    </a:cubicBezTo>
                    <a:cubicBezTo>
                      <a:pt x="11516" y="830373"/>
                      <a:pt x="22149" y="887081"/>
                      <a:pt x="57591" y="931383"/>
                    </a:cubicBezTo>
                    <a:cubicBezTo>
                      <a:pt x="93033" y="975685"/>
                      <a:pt x="165688" y="1018215"/>
                      <a:pt x="217079" y="1037708"/>
                    </a:cubicBezTo>
                    <a:cubicBezTo>
                      <a:pt x="268470" y="1057201"/>
                      <a:pt x="365935" y="1048341"/>
                      <a:pt x="365935" y="1048341"/>
                    </a:cubicBezTo>
                    <a:lnTo>
                      <a:pt x="365935" y="1048341"/>
                    </a:lnTo>
                  </a:path>
                </a:pathLst>
              </a:custGeom>
              <a:solidFill>
                <a:srgbClr val="00B0F0"/>
              </a:solidFill>
              <a:ln w="1905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F4B478AC-2DD2-0273-A7C5-28F92870EB9C}"/>
                  </a:ext>
                </a:extLst>
              </p:cNvPr>
              <p:cNvSpPr/>
              <p:nvPr/>
            </p:nvSpPr>
            <p:spPr>
              <a:xfrm flipH="1">
                <a:off x="10940920" y="816501"/>
                <a:ext cx="365933" cy="1056699"/>
              </a:xfrm>
              <a:custGeom>
                <a:avLst/>
                <a:gdLst>
                  <a:gd name="csX0" fmla="*/ 338172 w 365935"/>
                  <a:gd name="csY0" fmla="*/ 0 h 1056699"/>
                  <a:gd name="csX1" fmla="*/ 259609 w 365935"/>
                  <a:gd name="csY1" fmla="*/ 193454 h 1056699"/>
                  <a:gd name="csX2" fmla="*/ 110754 w 365935"/>
                  <a:gd name="csY2" fmla="*/ 395472 h 1056699"/>
                  <a:gd name="csX3" fmla="*/ 15061 w 365935"/>
                  <a:gd name="csY3" fmla="*/ 586858 h 1056699"/>
                  <a:gd name="csX4" fmla="*/ 4428 w 365935"/>
                  <a:gd name="csY4" fmla="*/ 778244 h 1056699"/>
                  <a:gd name="csX5" fmla="*/ 57591 w 365935"/>
                  <a:gd name="csY5" fmla="*/ 937733 h 1056699"/>
                  <a:gd name="csX6" fmla="*/ 217079 w 365935"/>
                  <a:gd name="csY6" fmla="*/ 1044058 h 1056699"/>
                  <a:gd name="csX7" fmla="*/ 365935 w 365935"/>
                  <a:gd name="csY7" fmla="*/ 1054691 h 1056699"/>
                  <a:gd name="csX8" fmla="*/ 365935 w 365935"/>
                  <a:gd name="csY8" fmla="*/ 1054691 h 10566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365935" h="1056699">
                    <a:moveTo>
                      <a:pt x="338172" y="0"/>
                    </a:moveTo>
                    <a:cubicBezTo>
                      <a:pt x="328425" y="58479"/>
                      <a:pt x="297512" y="127542"/>
                      <a:pt x="259609" y="193454"/>
                    </a:cubicBezTo>
                    <a:cubicBezTo>
                      <a:pt x="221706" y="259366"/>
                      <a:pt x="151512" y="329905"/>
                      <a:pt x="110754" y="395472"/>
                    </a:cubicBezTo>
                    <a:cubicBezTo>
                      <a:pt x="69996" y="461039"/>
                      <a:pt x="32782" y="523063"/>
                      <a:pt x="15061" y="586858"/>
                    </a:cubicBezTo>
                    <a:cubicBezTo>
                      <a:pt x="-2660" y="650653"/>
                      <a:pt x="-2660" y="719765"/>
                      <a:pt x="4428" y="778244"/>
                    </a:cubicBezTo>
                    <a:cubicBezTo>
                      <a:pt x="11516" y="836723"/>
                      <a:pt x="22149" y="893431"/>
                      <a:pt x="57591" y="937733"/>
                    </a:cubicBezTo>
                    <a:cubicBezTo>
                      <a:pt x="93033" y="982035"/>
                      <a:pt x="165688" y="1024565"/>
                      <a:pt x="217079" y="1044058"/>
                    </a:cubicBezTo>
                    <a:cubicBezTo>
                      <a:pt x="268470" y="1063551"/>
                      <a:pt x="365935" y="1054691"/>
                      <a:pt x="365935" y="1054691"/>
                    </a:cubicBezTo>
                    <a:lnTo>
                      <a:pt x="365935" y="1054691"/>
                    </a:lnTo>
                  </a:path>
                </a:pathLst>
              </a:custGeom>
              <a:solidFill>
                <a:srgbClr val="00B0F0"/>
              </a:solidFill>
              <a:ln w="1905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84" name="Arc 83">
              <a:extLst>
                <a:ext uri="{FF2B5EF4-FFF2-40B4-BE49-F238E27FC236}">
                  <a16:creationId xmlns:a16="http://schemas.microsoft.com/office/drawing/2014/main" id="{7AE51E28-F091-A153-212E-B4B73630D78B}"/>
                </a:ext>
              </a:extLst>
            </p:cNvPr>
            <p:cNvSpPr/>
            <p:nvPr/>
          </p:nvSpPr>
          <p:spPr>
            <a:xfrm rot="10502785">
              <a:off x="9904697" y="1690156"/>
              <a:ext cx="487936" cy="360710"/>
            </a:xfrm>
            <a:prstGeom prst="arc">
              <a:avLst>
                <a:gd name="adj1" fmla="val 17712645"/>
                <a:gd name="adj2" fmla="val 0"/>
              </a:avLst>
            </a:prstGeom>
            <a:noFill/>
            <a:ln w="190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EE4E4AE0-0690-B711-7279-23418A04CCA2}"/>
              </a:ext>
            </a:extLst>
          </p:cNvPr>
          <p:cNvGrpSpPr>
            <a:grpSpLocks noChangeAspect="1"/>
          </p:cNvGrpSpPr>
          <p:nvPr/>
        </p:nvGrpSpPr>
        <p:grpSpPr>
          <a:xfrm>
            <a:off x="13076351" y="3979511"/>
            <a:ext cx="313584" cy="456891"/>
            <a:chOff x="9802396" y="1241642"/>
            <a:chExt cx="590237" cy="85997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641F6B8A-82B7-947C-E8D7-ACCA9042BA7F}"/>
                </a:ext>
              </a:extLst>
            </p:cNvPr>
            <p:cNvGrpSpPr/>
            <p:nvPr/>
          </p:nvGrpSpPr>
          <p:grpSpPr>
            <a:xfrm>
              <a:off x="9802396" y="1241642"/>
              <a:ext cx="545924" cy="859973"/>
              <a:chOff x="10625915" y="816501"/>
              <a:chExt cx="680922" cy="1056699"/>
            </a:xfrm>
          </p:grpSpPr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FA44E361-A798-E44D-C18B-41E9B8C74E60}"/>
                  </a:ext>
                </a:extLst>
              </p:cNvPr>
              <p:cNvSpPr/>
              <p:nvPr/>
            </p:nvSpPr>
            <p:spPr>
              <a:xfrm>
                <a:off x="10625915" y="822851"/>
                <a:ext cx="365935" cy="1050349"/>
              </a:xfrm>
              <a:custGeom>
                <a:avLst/>
                <a:gdLst>
                  <a:gd name="csX0" fmla="*/ 350872 w 365935"/>
                  <a:gd name="csY0" fmla="*/ 0 h 1050349"/>
                  <a:gd name="csX1" fmla="*/ 259609 w 365935"/>
                  <a:gd name="csY1" fmla="*/ 187104 h 1050349"/>
                  <a:gd name="csX2" fmla="*/ 110754 w 365935"/>
                  <a:gd name="csY2" fmla="*/ 389122 h 1050349"/>
                  <a:gd name="csX3" fmla="*/ 15061 w 365935"/>
                  <a:gd name="csY3" fmla="*/ 580508 h 1050349"/>
                  <a:gd name="csX4" fmla="*/ 4428 w 365935"/>
                  <a:gd name="csY4" fmla="*/ 771894 h 1050349"/>
                  <a:gd name="csX5" fmla="*/ 57591 w 365935"/>
                  <a:gd name="csY5" fmla="*/ 931383 h 1050349"/>
                  <a:gd name="csX6" fmla="*/ 217079 w 365935"/>
                  <a:gd name="csY6" fmla="*/ 1037708 h 1050349"/>
                  <a:gd name="csX7" fmla="*/ 365935 w 365935"/>
                  <a:gd name="csY7" fmla="*/ 1048341 h 1050349"/>
                  <a:gd name="csX8" fmla="*/ 365935 w 365935"/>
                  <a:gd name="csY8" fmla="*/ 1048341 h 105034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365935" h="1050349">
                    <a:moveTo>
                      <a:pt x="350872" y="0"/>
                    </a:moveTo>
                    <a:cubicBezTo>
                      <a:pt x="341125" y="58479"/>
                      <a:pt x="299629" y="122250"/>
                      <a:pt x="259609" y="187104"/>
                    </a:cubicBezTo>
                    <a:cubicBezTo>
                      <a:pt x="219589" y="251958"/>
                      <a:pt x="151512" y="323555"/>
                      <a:pt x="110754" y="389122"/>
                    </a:cubicBezTo>
                    <a:cubicBezTo>
                      <a:pt x="69996" y="454689"/>
                      <a:pt x="32782" y="516713"/>
                      <a:pt x="15061" y="580508"/>
                    </a:cubicBezTo>
                    <a:cubicBezTo>
                      <a:pt x="-2660" y="644303"/>
                      <a:pt x="-2660" y="713415"/>
                      <a:pt x="4428" y="771894"/>
                    </a:cubicBezTo>
                    <a:cubicBezTo>
                      <a:pt x="11516" y="830373"/>
                      <a:pt x="22149" y="887081"/>
                      <a:pt x="57591" y="931383"/>
                    </a:cubicBezTo>
                    <a:cubicBezTo>
                      <a:pt x="93033" y="975685"/>
                      <a:pt x="165688" y="1018215"/>
                      <a:pt x="217079" y="1037708"/>
                    </a:cubicBezTo>
                    <a:cubicBezTo>
                      <a:pt x="268470" y="1057201"/>
                      <a:pt x="365935" y="1048341"/>
                      <a:pt x="365935" y="1048341"/>
                    </a:cubicBezTo>
                    <a:lnTo>
                      <a:pt x="365935" y="1048341"/>
                    </a:lnTo>
                  </a:path>
                </a:pathLst>
              </a:custGeom>
              <a:solidFill>
                <a:srgbClr val="00B0F0"/>
              </a:solidFill>
              <a:ln w="1905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6DD0B8BF-E07B-EE46-0F7C-24D287138D67}"/>
                  </a:ext>
                </a:extLst>
              </p:cNvPr>
              <p:cNvSpPr/>
              <p:nvPr/>
            </p:nvSpPr>
            <p:spPr>
              <a:xfrm flipH="1">
                <a:off x="10940902" y="816501"/>
                <a:ext cx="365935" cy="1056699"/>
              </a:xfrm>
              <a:custGeom>
                <a:avLst/>
                <a:gdLst>
                  <a:gd name="csX0" fmla="*/ 338172 w 365935"/>
                  <a:gd name="csY0" fmla="*/ 0 h 1056699"/>
                  <a:gd name="csX1" fmla="*/ 259609 w 365935"/>
                  <a:gd name="csY1" fmla="*/ 193454 h 1056699"/>
                  <a:gd name="csX2" fmla="*/ 110754 w 365935"/>
                  <a:gd name="csY2" fmla="*/ 395472 h 1056699"/>
                  <a:gd name="csX3" fmla="*/ 15061 w 365935"/>
                  <a:gd name="csY3" fmla="*/ 586858 h 1056699"/>
                  <a:gd name="csX4" fmla="*/ 4428 w 365935"/>
                  <a:gd name="csY4" fmla="*/ 778244 h 1056699"/>
                  <a:gd name="csX5" fmla="*/ 57591 w 365935"/>
                  <a:gd name="csY5" fmla="*/ 937733 h 1056699"/>
                  <a:gd name="csX6" fmla="*/ 217079 w 365935"/>
                  <a:gd name="csY6" fmla="*/ 1044058 h 1056699"/>
                  <a:gd name="csX7" fmla="*/ 365935 w 365935"/>
                  <a:gd name="csY7" fmla="*/ 1054691 h 1056699"/>
                  <a:gd name="csX8" fmla="*/ 365935 w 365935"/>
                  <a:gd name="csY8" fmla="*/ 1054691 h 10566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365935" h="1056699">
                    <a:moveTo>
                      <a:pt x="338172" y="0"/>
                    </a:moveTo>
                    <a:cubicBezTo>
                      <a:pt x="328425" y="58479"/>
                      <a:pt x="297512" y="127542"/>
                      <a:pt x="259609" y="193454"/>
                    </a:cubicBezTo>
                    <a:cubicBezTo>
                      <a:pt x="221706" y="259366"/>
                      <a:pt x="151512" y="329905"/>
                      <a:pt x="110754" y="395472"/>
                    </a:cubicBezTo>
                    <a:cubicBezTo>
                      <a:pt x="69996" y="461039"/>
                      <a:pt x="32782" y="523063"/>
                      <a:pt x="15061" y="586858"/>
                    </a:cubicBezTo>
                    <a:cubicBezTo>
                      <a:pt x="-2660" y="650653"/>
                      <a:pt x="-2660" y="719765"/>
                      <a:pt x="4428" y="778244"/>
                    </a:cubicBezTo>
                    <a:cubicBezTo>
                      <a:pt x="11516" y="836723"/>
                      <a:pt x="22149" y="893431"/>
                      <a:pt x="57591" y="937733"/>
                    </a:cubicBezTo>
                    <a:cubicBezTo>
                      <a:pt x="93033" y="982035"/>
                      <a:pt x="165688" y="1024565"/>
                      <a:pt x="217079" y="1044058"/>
                    </a:cubicBezTo>
                    <a:cubicBezTo>
                      <a:pt x="268470" y="1063551"/>
                      <a:pt x="365935" y="1054691"/>
                      <a:pt x="365935" y="1054691"/>
                    </a:cubicBezTo>
                    <a:lnTo>
                      <a:pt x="365935" y="1054691"/>
                    </a:lnTo>
                  </a:path>
                </a:pathLst>
              </a:custGeom>
              <a:solidFill>
                <a:srgbClr val="00B0F0"/>
              </a:solidFill>
              <a:ln w="1905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89" name="Arc 88">
              <a:extLst>
                <a:ext uri="{FF2B5EF4-FFF2-40B4-BE49-F238E27FC236}">
                  <a16:creationId xmlns:a16="http://schemas.microsoft.com/office/drawing/2014/main" id="{B556BCD3-2D46-9AEB-38E5-A37A4B99535E}"/>
                </a:ext>
              </a:extLst>
            </p:cNvPr>
            <p:cNvSpPr/>
            <p:nvPr/>
          </p:nvSpPr>
          <p:spPr>
            <a:xfrm rot="10502785">
              <a:off x="9904697" y="1690156"/>
              <a:ext cx="487936" cy="360710"/>
            </a:xfrm>
            <a:prstGeom prst="arc">
              <a:avLst>
                <a:gd name="adj1" fmla="val 17712645"/>
                <a:gd name="adj2" fmla="val 0"/>
              </a:avLst>
            </a:prstGeom>
            <a:noFill/>
            <a:ln w="190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A1D9EF23-8A3A-6B32-3B05-BEDA55848F4E}"/>
              </a:ext>
            </a:extLst>
          </p:cNvPr>
          <p:cNvGrpSpPr>
            <a:grpSpLocks noChangeAspect="1"/>
          </p:cNvGrpSpPr>
          <p:nvPr/>
        </p:nvGrpSpPr>
        <p:grpSpPr>
          <a:xfrm>
            <a:off x="13154255" y="4814744"/>
            <a:ext cx="527698" cy="877939"/>
            <a:chOff x="8929037" y="2961892"/>
            <a:chExt cx="983598" cy="1636427"/>
          </a:xfrm>
        </p:grpSpPr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6454129F-7FA5-E870-113B-5938466E55F8}"/>
                </a:ext>
              </a:extLst>
            </p:cNvPr>
            <p:cNvGrpSpPr/>
            <p:nvPr/>
          </p:nvGrpSpPr>
          <p:grpSpPr>
            <a:xfrm>
              <a:off x="8929037" y="2961892"/>
              <a:ext cx="701396" cy="641829"/>
              <a:chOff x="8929037" y="2961892"/>
              <a:chExt cx="701396" cy="641829"/>
            </a:xfrm>
          </p:grpSpPr>
          <p:grpSp>
            <p:nvGrpSpPr>
              <p:cNvPr id="95" name="Group 94">
                <a:extLst>
                  <a:ext uri="{FF2B5EF4-FFF2-40B4-BE49-F238E27FC236}">
                    <a16:creationId xmlns:a16="http://schemas.microsoft.com/office/drawing/2014/main" id="{2E321476-D0AC-EA6A-474E-5DE1B2C29B1D}"/>
                  </a:ext>
                </a:extLst>
              </p:cNvPr>
              <p:cNvGrpSpPr/>
              <p:nvPr/>
            </p:nvGrpSpPr>
            <p:grpSpPr>
              <a:xfrm rot="199363">
                <a:off x="8929037" y="2961892"/>
                <a:ext cx="701396" cy="641829"/>
                <a:chOff x="8870241" y="1241642"/>
                <a:chExt cx="701396" cy="641829"/>
              </a:xfrm>
              <a:solidFill>
                <a:schemeClr val="accent6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99" name="Freeform: Shape 98">
                  <a:extLst>
                    <a:ext uri="{FF2B5EF4-FFF2-40B4-BE49-F238E27FC236}">
                      <a16:creationId xmlns:a16="http://schemas.microsoft.com/office/drawing/2014/main" id="{9DB4FEB7-4483-E27D-5814-3279886A1450}"/>
                    </a:ext>
                  </a:extLst>
                </p:cNvPr>
                <p:cNvSpPr/>
                <p:nvPr/>
              </p:nvSpPr>
              <p:spPr>
                <a:xfrm>
                  <a:off x="8916171" y="1241642"/>
                  <a:ext cx="509580" cy="641829"/>
                </a:xfrm>
                <a:custGeom>
                  <a:avLst/>
                  <a:gdLst>
                    <a:gd name="csX0" fmla="*/ 88061 w 454001"/>
                    <a:gd name="csY0" fmla="*/ 530463 h 530463"/>
                    <a:gd name="csX1" fmla="*/ 25 w 454001"/>
                    <a:gd name="csY1" fmla="*/ 334114 h 530463"/>
                    <a:gd name="csX2" fmla="*/ 96278 w 454001"/>
                    <a:gd name="csY2" fmla="*/ 105514 h 530463"/>
                    <a:gd name="csX3" fmla="*/ 409099 w 454001"/>
                    <a:gd name="csY3" fmla="*/ 9261 h 530463"/>
                    <a:gd name="csX4" fmla="*/ 445194 w 454001"/>
                    <a:gd name="csY4" fmla="*/ 9261 h 53046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454001" h="530463">
                      <a:moveTo>
                        <a:pt x="88061" y="530463"/>
                      </a:moveTo>
                      <a:cubicBezTo>
                        <a:pt x="54974" y="459276"/>
                        <a:pt x="-1344" y="404939"/>
                        <a:pt x="25" y="334114"/>
                      </a:cubicBezTo>
                      <a:cubicBezTo>
                        <a:pt x="1394" y="263289"/>
                        <a:pt x="28099" y="159656"/>
                        <a:pt x="96278" y="105514"/>
                      </a:cubicBezTo>
                      <a:cubicBezTo>
                        <a:pt x="164457" y="51372"/>
                        <a:pt x="350946" y="25303"/>
                        <a:pt x="409099" y="9261"/>
                      </a:cubicBezTo>
                      <a:cubicBezTo>
                        <a:pt x="467252" y="-6781"/>
                        <a:pt x="456223" y="1240"/>
                        <a:pt x="445194" y="9261"/>
                      </a:cubicBezTo>
                    </a:path>
                  </a:pathLst>
                </a:custGeom>
                <a:grpFill/>
                <a:ln w="19050"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0" name="Freeform: Shape 99">
                  <a:extLst>
                    <a:ext uri="{FF2B5EF4-FFF2-40B4-BE49-F238E27FC236}">
                      <a16:creationId xmlns:a16="http://schemas.microsoft.com/office/drawing/2014/main" id="{101F534E-ED87-E6DD-C1AA-786D6338D04F}"/>
                    </a:ext>
                  </a:extLst>
                </p:cNvPr>
                <p:cNvSpPr/>
                <p:nvPr/>
              </p:nvSpPr>
              <p:spPr>
                <a:xfrm rot="3507530" flipH="1">
                  <a:off x="9019782" y="1251608"/>
                  <a:ext cx="402314" cy="701396"/>
                </a:xfrm>
                <a:custGeom>
                  <a:avLst/>
                  <a:gdLst>
                    <a:gd name="csX0" fmla="*/ 82372 w 459491"/>
                    <a:gd name="csY0" fmla="*/ 578325 h 578325"/>
                    <a:gd name="csX1" fmla="*/ 77 w 459491"/>
                    <a:gd name="csY1" fmla="*/ 353878 h 578325"/>
                    <a:gd name="csX2" fmla="*/ 96330 w 459491"/>
                    <a:gd name="csY2" fmla="*/ 125278 h 578325"/>
                    <a:gd name="csX3" fmla="*/ 459491 w 459491"/>
                    <a:gd name="csY3" fmla="*/ 0 h 57832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459491" h="578325">
                      <a:moveTo>
                        <a:pt x="82372" y="578325"/>
                      </a:moveTo>
                      <a:cubicBezTo>
                        <a:pt x="49285" y="507138"/>
                        <a:pt x="-2249" y="429386"/>
                        <a:pt x="77" y="353878"/>
                      </a:cubicBezTo>
                      <a:cubicBezTo>
                        <a:pt x="2403" y="278370"/>
                        <a:pt x="19761" y="184258"/>
                        <a:pt x="96330" y="125278"/>
                      </a:cubicBezTo>
                      <a:cubicBezTo>
                        <a:pt x="172899" y="66298"/>
                        <a:pt x="387430" y="29114"/>
                        <a:pt x="459491" y="0"/>
                      </a:cubicBezTo>
                    </a:path>
                  </a:pathLst>
                </a:custGeom>
                <a:grpFill/>
                <a:ln w="19050"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96" name="Arc 95">
                <a:extLst>
                  <a:ext uri="{FF2B5EF4-FFF2-40B4-BE49-F238E27FC236}">
                    <a16:creationId xmlns:a16="http://schemas.microsoft.com/office/drawing/2014/main" id="{D8E49038-6A06-14A7-D2A7-EAA857BA3EB4}"/>
                  </a:ext>
                </a:extLst>
              </p:cNvPr>
              <p:cNvSpPr/>
              <p:nvPr/>
            </p:nvSpPr>
            <p:spPr>
              <a:xfrm rot="9605115">
                <a:off x="9052952" y="3203783"/>
                <a:ext cx="217029" cy="314740"/>
              </a:xfrm>
              <a:prstGeom prst="arc">
                <a:avLst/>
              </a:prstGeom>
              <a:ln w="19050">
                <a:solidFill>
                  <a:srgbClr val="13511C"/>
                </a:solidFill>
              </a:ln>
            </p:spPr>
            <p:style>
              <a:lnRef idx="2">
                <a:schemeClr val="accent3"/>
              </a:lnRef>
              <a:fillRef idx="0">
                <a:schemeClr val="accent3"/>
              </a:fillRef>
              <a:effectRef idx="1">
                <a:schemeClr val="accent3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7" name="Arc 96">
                <a:extLst>
                  <a:ext uri="{FF2B5EF4-FFF2-40B4-BE49-F238E27FC236}">
                    <a16:creationId xmlns:a16="http://schemas.microsoft.com/office/drawing/2014/main" id="{C188E4DC-A07E-6FB4-5235-A381CF1C5CCE}"/>
                  </a:ext>
                </a:extLst>
              </p:cNvPr>
              <p:cNvSpPr/>
              <p:nvPr/>
            </p:nvSpPr>
            <p:spPr>
              <a:xfrm rot="9605115">
                <a:off x="9101911" y="3110260"/>
                <a:ext cx="217029" cy="314740"/>
              </a:xfrm>
              <a:prstGeom prst="arc">
                <a:avLst>
                  <a:gd name="adj1" fmla="val 15874131"/>
                  <a:gd name="adj2" fmla="val 1350044"/>
                </a:avLst>
              </a:prstGeom>
              <a:ln w="19050">
                <a:solidFill>
                  <a:srgbClr val="13511C"/>
                </a:solidFill>
              </a:ln>
            </p:spPr>
            <p:style>
              <a:lnRef idx="2">
                <a:schemeClr val="accent3"/>
              </a:lnRef>
              <a:fillRef idx="0">
                <a:schemeClr val="accent3"/>
              </a:fillRef>
              <a:effectRef idx="1">
                <a:schemeClr val="accent3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8" name="Arc 97">
                <a:extLst>
                  <a:ext uri="{FF2B5EF4-FFF2-40B4-BE49-F238E27FC236}">
                    <a16:creationId xmlns:a16="http://schemas.microsoft.com/office/drawing/2014/main" id="{AE183030-1BF1-22C5-4ED4-DDE359A08C41}"/>
                  </a:ext>
                </a:extLst>
              </p:cNvPr>
              <p:cNvSpPr/>
              <p:nvPr/>
            </p:nvSpPr>
            <p:spPr>
              <a:xfrm rot="9605115">
                <a:off x="9197654" y="2984824"/>
                <a:ext cx="251670" cy="358188"/>
              </a:xfrm>
              <a:prstGeom prst="arc">
                <a:avLst>
                  <a:gd name="adj1" fmla="val 16200000"/>
                  <a:gd name="adj2" fmla="val 1800072"/>
                </a:avLst>
              </a:prstGeom>
              <a:ln w="19050">
                <a:solidFill>
                  <a:srgbClr val="13511C"/>
                </a:solidFill>
              </a:ln>
            </p:spPr>
            <p:style>
              <a:lnRef idx="2">
                <a:schemeClr val="accent3"/>
              </a:lnRef>
              <a:fillRef idx="0">
                <a:schemeClr val="accent3"/>
              </a:fillRef>
              <a:effectRef idx="1">
                <a:schemeClr val="accent3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94" name="Arc 93">
              <a:extLst>
                <a:ext uri="{FF2B5EF4-FFF2-40B4-BE49-F238E27FC236}">
                  <a16:creationId xmlns:a16="http://schemas.microsoft.com/office/drawing/2014/main" id="{DB5D58AD-B3BD-64F5-905B-C777A9E18951}"/>
                </a:ext>
              </a:extLst>
            </p:cNvPr>
            <p:cNvSpPr/>
            <p:nvPr/>
          </p:nvSpPr>
          <p:spPr>
            <a:xfrm rot="17619608">
              <a:off x="8646912" y="3332596"/>
              <a:ext cx="1617046" cy="914400"/>
            </a:xfrm>
            <a:prstGeom prst="arc">
              <a:avLst>
                <a:gd name="adj1" fmla="val 14834143"/>
                <a:gd name="adj2" fmla="val 19800071"/>
              </a:avLst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FE250E75-72C5-009B-54E3-AF57058905DB}"/>
              </a:ext>
            </a:extLst>
          </p:cNvPr>
          <p:cNvGrpSpPr/>
          <p:nvPr/>
        </p:nvGrpSpPr>
        <p:grpSpPr>
          <a:xfrm>
            <a:off x="15324444" y="4936705"/>
            <a:ext cx="607191" cy="537765"/>
            <a:chOff x="5579194" y="1092984"/>
            <a:chExt cx="866716" cy="78320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B8FECE04-30FF-1CB8-ABFD-3F022E4320F2}"/>
                </a:ext>
              </a:extLst>
            </p:cNvPr>
            <p:cNvSpPr/>
            <p:nvPr/>
          </p:nvSpPr>
          <p:spPr>
            <a:xfrm>
              <a:off x="5704704" y="1695946"/>
              <a:ext cx="63517" cy="177254"/>
            </a:xfrm>
            <a:prstGeom prst="rect">
              <a:avLst/>
            </a:prstGeom>
            <a:solidFill>
              <a:srgbClr val="5D513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53632505-5D02-B2FB-273F-53DC842F227F}"/>
                </a:ext>
              </a:extLst>
            </p:cNvPr>
            <p:cNvSpPr/>
            <p:nvPr/>
          </p:nvSpPr>
          <p:spPr>
            <a:xfrm>
              <a:off x="6114522" y="1593119"/>
              <a:ext cx="91793" cy="283069"/>
            </a:xfrm>
            <a:prstGeom prst="rect">
              <a:avLst/>
            </a:prstGeom>
            <a:solidFill>
              <a:srgbClr val="5D513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B8EE69A9-084B-77E5-ABC3-01507200909E}"/>
                </a:ext>
              </a:extLst>
            </p:cNvPr>
            <p:cNvSpPr/>
            <p:nvPr/>
          </p:nvSpPr>
          <p:spPr>
            <a:xfrm>
              <a:off x="5874928" y="1218530"/>
              <a:ext cx="570982" cy="454326"/>
            </a:xfrm>
            <a:custGeom>
              <a:avLst/>
              <a:gdLst>
                <a:gd name="csX0" fmla="*/ 323282 w 570982"/>
                <a:gd name="csY0" fmla="*/ 508042 h 517291"/>
                <a:gd name="csX1" fmla="*/ 421803 w 570982"/>
                <a:gd name="csY1" fmla="*/ 514200 h 517291"/>
                <a:gd name="csX2" fmla="*/ 501852 w 570982"/>
                <a:gd name="csY2" fmla="*/ 471097 h 517291"/>
                <a:gd name="csX3" fmla="*/ 514167 w 570982"/>
                <a:gd name="csY3" fmla="*/ 421836 h 517291"/>
                <a:gd name="csX4" fmla="*/ 486458 w 570982"/>
                <a:gd name="csY4" fmla="*/ 357181 h 517291"/>
                <a:gd name="csX5" fmla="*/ 538797 w 570982"/>
                <a:gd name="csY5" fmla="*/ 314078 h 517291"/>
                <a:gd name="csX6" fmla="*/ 566506 w 570982"/>
                <a:gd name="csY6" fmla="*/ 267897 h 517291"/>
                <a:gd name="csX7" fmla="*/ 566506 w 570982"/>
                <a:gd name="csY7" fmla="*/ 215557 h 517291"/>
                <a:gd name="csX8" fmla="*/ 523403 w 570982"/>
                <a:gd name="csY8" fmla="*/ 169375 h 517291"/>
                <a:gd name="csX9" fmla="*/ 474143 w 570982"/>
                <a:gd name="csY9" fmla="*/ 135509 h 517291"/>
                <a:gd name="csX10" fmla="*/ 467985 w 570982"/>
                <a:gd name="csY10" fmla="*/ 89327 h 517291"/>
                <a:gd name="csX11" fmla="*/ 424882 w 570982"/>
                <a:gd name="csY11" fmla="*/ 52381 h 517291"/>
                <a:gd name="csX12" fmla="*/ 354070 w 570982"/>
                <a:gd name="csY12" fmla="*/ 12357 h 517291"/>
                <a:gd name="csX13" fmla="*/ 307888 w 570982"/>
                <a:gd name="csY13" fmla="*/ 42 h 517291"/>
                <a:gd name="csX14" fmla="*/ 277100 w 570982"/>
                <a:gd name="csY14" fmla="*/ 15436 h 517291"/>
                <a:gd name="csX15" fmla="*/ 249391 w 570982"/>
                <a:gd name="csY15" fmla="*/ 33909 h 517291"/>
                <a:gd name="csX16" fmla="*/ 163185 w 570982"/>
                <a:gd name="csY16" fmla="*/ 24672 h 517291"/>
                <a:gd name="csX17" fmla="*/ 120082 w 570982"/>
                <a:gd name="csY17" fmla="*/ 9278 h 517291"/>
                <a:gd name="csX18" fmla="*/ 83137 w 570982"/>
                <a:gd name="csY18" fmla="*/ 12357 h 517291"/>
                <a:gd name="csX19" fmla="*/ 49270 w 570982"/>
                <a:gd name="csY19" fmla="*/ 55460 h 517291"/>
                <a:gd name="csX20" fmla="*/ 15403 w 570982"/>
                <a:gd name="csY20" fmla="*/ 101642 h 517291"/>
                <a:gd name="csX21" fmla="*/ 24640 w 570982"/>
                <a:gd name="csY21" fmla="*/ 147824 h 517291"/>
                <a:gd name="csX22" fmla="*/ 52349 w 570982"/>
                <a:gd name="csY22" fmla="*/ 209400 h 517291"/>
                <a:gd name="csX23" fmla="*/ 27718 w 570982"/>
                <a:gd name="csY23" fmla="*/ 258660 h 517291"/>
                <a:gd name="csX24" fmla="*/ 9 w 570982"/>
                <a:gd name="csY24" fmla="*/ 295606 h 517291"/>
                <a:gd name="csX25" fmla="*/ 30797 w 570982"/>
                <a:gd name="csY25" fmla="*/ 369497 h 517291"/>
                <a:gd name="csX26" fmla="*/ 110846 w 570982"/>
                <a:gd name="csY26" fmla="*/ 375654 h 517291"/>
                <a:gd name="csX27" fmla="*/ 101609 w 570982"/>
                <a:gd name="csY27" fmla="*/ 434151 h 517291"/>
                <a:gd name="csX28" fmla="*/ 86215 w 570982"/>
                <a:gd name="csY28" fmla="*/ 489569 h 517291"/>
                <a:gd name="csX29" fmla="*/ 169343 w 570982"/>
                <a:gd name="csY29" fmla="*/ 517278 h 517291"/>
                <a:gd name="csX30" fmla="*/ 237076 w 570982"/>
                <a:gd name="csY30" fmla="*/ 486491 h 517291"/>
                <a:gd name="csX31" fmla="*/ 323282 w 570982"/>
                <a:gd name="csY31" fmla="*/ 508042 h 5172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570982" h="517291">
                  <a:moveTo>
                    <a:pt x="323282" y="508042"/>
                  </a:moveTo>
                  <a:cubicBezTo>
                    <a:pt x="354070" y="512660"/>
                    <a:pt x="392041" y="520358"/>
                    <a:pt x="421803" y="514200"/>
                  </a:cubicBezTo>
                  <a:cubicBezTo>
                    <a:pt x="451565" y="508042"/>
                    <a:pt x="486458" y="486491"/>
                    <a:pt x="501852" y="471097"/>
                  </a:cubicBezTo>
                  <a:cubicBezTo>
                    <a:pt x="517246" y="455703"/>
                    <a:pt x="516733" y="440822"/>
                    <a:pt x="514167" y="421836"/>
                  </a:cubicBezTo>
                  <a:cubicBezTo>
                    <a:pt x="511601" y="402850"/>
                    <a:pt x="482353" y="375141"/>
                    <a:pt x="486458" y="357181"/>
                  </a:cubicBezTo>
                  <a:cubicBezTo>
                    <a:pt x="490563" y="339221"/>
                    <a:pt x="525456" y="328959"/>
                    <a:pt x="538797" y="314078"/>
                  </a:cubicBezTo>
                  <a:cubicBezTo>
                    <a:pt x="552138" y="299197"/>
                    <a:pt x="561888" y="284317"/>
                    <a:pt x="566506" y="267897"/>
                  </a:cubicBezTo>
                  <a:cubicBezTo>
                    <a:pt x="571124" y="251477"/>
                    <a:pt x="573690" y="231977"/>
                    <a:pt x="566506" y="215557"/>
                  </a:cubicBezTo>
                  <a:cubicBezTo>
                    <a:pt x="559322" y="199137"/>
                    <a:pt x="538797" y="182716"/>
                    <a:pt x="523403" y="169375"/>
                  </a:cubicBezTo>
                  <a:cubicBezTo>
                    <a:pt x="508009" y="156034"/>
                    <a:pt x="483379" y="148850"/>
                    <a:pt x="474143" y="135509"/>
                  </a:cubicBezTo>
                  <a:cubicBezTo>
                    <a:pt x="464907" y="122168"/>
                    <a:pt x="476195" y="103182"/>
                    <a:pt x="467985" y="89327"/>
                  </a:cubicBezTo>
                  <a:cubicBezTo>
                    <a:pt x="459775" y="75472"/>
                    <a:pt x="443868" y="65209"/>
                    <a:pt x="424882" y="52381"/>
                  </a:cubicBezTo>
                  <a:cubicBezTo>
                    <a:pt x="405896" y="39553"/>
                    <a:pt x="373569" y="21080"/>
                    <a:pt x="354070" y="12357"/>
                  </a:cubicBezTo>
                  <a:cubicBezTo>
                    <a:pt x="334571" y="3634"/>
                    <a:pt x="320716" y="-471"/>
                    <a:pt x="307888" y="42"/>
                  </a:cubicBezTo>
                  <a:cubicBezTo>
                    <a:pt x="295060" y="555"/>
                    <a:pt x="286849" y="9792"/>
                    <a:pt x="277100" y="15436"/>
                  </a:cubicBezTo>
                  <a:cubicBezTo>
                    <a:pt x="267351" y="21080"/>
                    <a:pt x="268377" y="32370"/>
                    <a:pt x="249391" y="33909"/>
                  </a:cubicBezTo>
                  <a:cubicBezTo>
                    <a:pt x="230405" y="35448"/>
                    <a:pt x="184736" y="28777"/>
                    <a:pt x="163185" y="24672"/>
                  </a:cubicBezTo>
                  <a:cubicBezTo>
                    <a:pt x="141633" y="20567"/>
                    <a:pt x="133423" y="11330"/>
                    <a:pt x="120082" y="9278"/>
                  </a:cubicBezTo>
                  <a:cubicBezTo>
                    <a:pt x="106741" y="7226"/>
                    <a:pt x="94939" y="4660"/>
                    <a:pt x="83137" y="12357"/>
                  </a:cubicBezTo>
                  <a:cubicBezTo>
                    <a:pt x="71335" y="20054"/>
                    <a:pt x="60559" y="40579"/>
                    <a:pt x="49270" y="55460"/>
                  </a:cubicBezTo>
                  <a:cubicBezTo>
                    <a:pt x="37981" y="70341"/>
                    <a:pt x="19508" y="86248"/>
                    <a:pt x="15403" y="101642"/>
                  </a:cubicBezTo>
                  <a:cubicBezTo>
                    <a:pt x="11298" y="117036"/>
                    <a:pt x="18482" y="129864"/>
                    <a:pt x="24640" y="147824"/>
                  </a:cubicBezTo>
                  <a:cubicBezTo>
                    <a:pt x="30798" y="165784"/>
                    <a:pt x="51836" y="190927"/>
                    <a:pt x="52349" y="209400"/>
                  </a:cubicBezTo>
                  <a:cubicBezTo>
                    <a:pt x="52862" y="227873"/>
                    <a:pt x="36441" y="244292"/>
                    <a:pt x="27718" y="258660"/>
                  </a:cubicBezTo>
                  <a:cubicBezTo>
                    <a:pt x="18995" y="273028"/>
                    <a:pt x="-504" y="277133"/>
                    <a:pt x="9" y="295606"/>
                  </a:cubicBezTo>
                  <a:cubicBezTo>
                    <a:pt x="522" y="314079"/>
                    <a:pt x="12324" y="356156"/>
                    <a:pt x="30797" y="369497"/>
                  </a:cubicBezTo>
                  <a:cubicBezTo>
                    <a:pt x="49270" y="382838"/>
                    <a:pt x="99044" y="364878"/>
                    <a:pt x="110846" y="375654"/>
                  </a:cubicBezTo>
                  <a:cubicBezTo>
                    <a:pt x="122648" y="386430"/>
                    <a:pt x="105714" y="415165"/>
                    <a:pt x="101609" y="434151"/>
                  </a:cubicBezTo>
                  <a:cubicBezTo>
                    <a:pt x="97504" y="453137"/>
                    <a:pt x="74926" y="475715"/>
                    <a:pt x="86215" y="489569"/>
                  </a:cubicBezTo>
                  <a:cubicBezTo>
                    <a:pt x="97504" y="503423"/>
                    <a:pt x="144200" y="517791"/>
                    <a:pt x="169343" y="517278"/>
                  </a:cubicBezTo>
                  <a:cubicBezTo>
                    <a:pt x="194486" y="516765"/>
                    <a:pt x="218603" y="490083"/>
                    <a:pt x="237076" y="486491"/>
                  </a:cubicBezTo>
                  <a:cubicBezTo>
                    <a:pt x="255549" y="482899"/>
                    <a:pt x="292494" y="503424"/>
                    <a:pt x="323282" y="508042"/>
                  </a:cubicBezTo>
                  <a:close/>
                </a:path>
              </a:pathLst>
            </a:custGeom>
            <a:solidFill>
              <a:srgbClr val="46962A"/>
            </a:solidFill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Isosceles Triangle 104">
              <a:extLst>
                <a:ext uri="{FF2B5EF4-FFF2-40B4-BE49-F238E27FC236}">
                  <a16:creationId xmlns:a16="http://schemas.microsoft.com/office/drawing/2014/main" id="{2046C75D-1013-84AF-6590-CDDC3FE225A6}"/>
                </a:ext>
              </a:extLst>
            </p:cNvPr>
            <p:cNvSpPr/>
            <p:nvPr/>
          </p:nvSpPr>
          <p:spPr>
            <a:xfrm>
              <a:off x="5579194" y="1337514"/>
              <a:ext cx="342812" cy="358432"/>
            </a:xfrm>
            <a:prstGeom prst="triangle">
              <a:avLst/>
            </a:prstGeom>
            <a:solidFill>
              <a:srgbClr val="3B7D23"/>
            </a:solidFill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Isosceles Triangle 105">
              <a:extLst>
                <a:ext uri="{FF2B5EF4-FFF2-40B4-BE49-F238E27FC236}">
                  <a16:creationId xmlns:a16="http://schemas.microsoft.com/office/drawing/2014/main" id="{6674895F-3B2E-122F-5907-C3D1C8FF3FB3}"/>
                </a:ext>
              </a:extLst>
            </p:cNvPr>
            <p:cNvSpPr/>
            <p:nvPr/>
          </p:nvSpPr>
          <p:spPr>
            <a:xfrm>
              <a:off x="5579194" y="1117336"/>
              <a:ext cx="342812" cy="358432"/>
            </a:xfrm>
            <a:prstGeom prst="triangle">
              <a:avLst/>
            </a:prstGeom>
            <a:solidFill>
              <a:srgbClr val="3B7D23"/>
            </a:solidFill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Arc 106">
              <a:extLst>
                <a:ext uri="{FF2B5EF4-FFF2-40B4-BE49-F238E27FC236}">
                  <a16:creationId xmlns:a16="http://schemas.microsoft.com/office/drawing/2014/main" id="{FB2DBE8A-0050-754D-432C-C89AFFD4FB02}"/>
                </a:ext>
              </a:extLst>
            </p:cNvPr>
            <p:cNvSpPr/>
            <p:nvPr/>
          </p:nvSpPr>
          <p:spPr>
            <a:xfrm rot="6979903">
              <a:off x="6066029" y="1310896"/>
              <a:ext cx="217029" cy="314740"/>
            </a:xfrm>
            <a:prstGeom prst="arc">
              <a:avLst/>
            </a:prstGeom>
            <a:ln>
              <a:solidFill>
                <a:srgbClr val="13511C"/>
              </a:solidFill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Arc 107">
              <a:extLst>
                <a:ext uri="{FF2B5EF4-FFF2-40B4-BE49-F238E27FC236}">
                  <a16:creationId xmlns:a16="http://schemas.microsoft.com/office/drawing/2014/main" id="{5FBAE2B4-4113-4094-FBEA-9CAB0489BFD2}"/>
                </a:ext>
              </a:extLst>
            </p:cNvPr>
            <p:cNvSpPr/>
            <p:nvPr/>
          </p:nvSpPr>
          <p:spPr>
            <a:xfrm rot="8933903">
              <a:off x="5940620" y="1208348"/>
              <a:ext cx="217029" cy="314740"/>
            </a:xfrm>
            <a:prstGeom prst="arc">
              <a:avLst/>
            </a:prstGeom>
            <a:ln>
              <a:solidFill>
                <a:srgbClr val="13511C"/>
              </a:solidFill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Arc 108">
              <a:extLst>
                <a:ext uri="{FF2B5EF4-FFF2-40B4-BE49-F238E27FC236}">
                  <a16:creationId xmlns:a16="http://schemas.microsoft.com/office/drawing/2014/main" id="{62F1AD84-D92D-7A1D-CD8E-D0BFAA8DC2E9}"/>
                </a:ext>
              </a:extLst>
            </p:cNvPr>
            <p:cNvSpPr/>
            <p:nvPr/>
          </p:nvSpPr>
          <p:spPr>
            <a:xfrm rot="6381029">
              <a:off x="6107649" y="1161936"/>
              <a:ext cx="217029" cy="314740"/>
            </a:xfrm>
            <a:prstGeom prst="arc">
              <a:avLst/>
            </a:prstGeom>
            <a:ln>
              <a:solidFill>
                <a:srgbClr val="13511C"/>
              </a:solidFill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Arc 109">
              <a:extLst>
                <a:ext uri="{FF2B5EF4-FFF2-40B4-BE49-F238E27FC236}">
                  <a16:creationId xmlns:a16="http://schemas.microsoft.com/office/drawing/2014/main" id="{520DAC23-C489-F698-D683-882BC359B808}"/>
                </a:ext>
              </a:extLst>
            </p:cNvPr>
            <p:cNvSpPr/>
            <p:nvPr/>
          </p:nvSpPr>
          <p:spPr>
            <a:xfrm rot="7281230">
              <a:off x="5944303" y="1044129"/>
              <a:ext cx="217029" cy="314740"/>
            </a:xfrm>
            <a:prstGeom prst="arc">
              <a:avLst/>
            </a:prstGeom>
            <a:ln>
              <a:solidFill>
                <a:srgbClr val="13511C"/>
              </a:solidFill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E99D4BE4-C8CB-8D47-41C4-1A775CDE41C7}"/>
              </a:ext>
            </a:extLst>
          </p:cNvPr>
          <p:cNvGrpSpPr>
            <a:grpSpLocks noChangeAspect="1"/>
          </p:cNvGrpSpPr>
          <p:nvPr/>
        </p:nvGrpSpPr>
        <p:grpSpPr>
          <a:xfrm>
            <a:off x="15660124" y="4455157"/>
            <a:ext cx="404380" cy="408623"/>
            <a:chOff x="1249601" y="1025135"/>
            <a:chExt cx="735013" cy="74272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12" name="Rectangle: Rounded Corners 111">
              <a:extLst>
                <a:ext uri="{FF2B5EF4-FFF2-40B4-BE49-F238E27FC236}">
                  <a16:creationId xmlns:a16="http://schemas.microsoft.com/office/drawing/2014/main" id="{C5E2F7BB-2691-FB54-C79E-17594669A352}"/>
                </a:ext>
              </a:extLst>
            </p:cNvPr>
            <p:cNvSpPr/>
            <p:nvPr/>
          </p:nvSpPr>
          <p:spPr>
            <a:xfrm>
              <a:off x="1249601" y="1025135"/>
              <a:ext cx="735013" cy="306139"/>
            </a:xfrm>
            <a:prstGeom prst="roundRect">
              <a:avLst/>
            </a:prstGeom>
            <a:solidFill>
              <a:srgbClr val="4F423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Rectangle: Rounded Corners 90">
              <a:extLst>
                <a:ext uri="{FF2B5EF4-FFF2-40B4-BE49-F238E27FC236}">
                  <a16:creationId xmlns:a16="http://schemas.microsoft.com/office/drawing/2014/main" id="{5E442BF3-1447-07B2-38F0-3DAD11AD7E34}"/>
                </a:ext>
              </a:extLst>
            </p:cNvPr>
            <p:cNvSpPr/>
            <p:nvPr/>
          </p:nvSpPr>
          <p:spPr>
            <a:xfrm>
              <a:off x="1249601" y="1247991"/>
              <a:ext cx="735013" cy="300162"/>
            </a:xfrm>
            <a:custGeom>
              <a:avLst/>
              <a:gdLst>
                <a:gd name="csX0" fmla="*/ 0 w 735013"/>
                <a:gd name="csY0" fmla="*/ 45047 h 300162"/>
                <a:gd name="csX1" fmla="*/ 122742 w 735013"/>
                <a:gd name="csY1" fmla="*/ 0 h 300162"/>
                <a:gd name="csX2" fmla="*/ 340140 w 735013"/>
                <a:gd name="csY2" fmla="*/ 13044 h 300162"/>
                <a:gd name="csX3" fmla="*/ 648129 w 735013"/>
                <a:gd name="csY3" fmla="*/ 17929 h 300162"/>
                <a:gd name="csX4" fmla="*/ 735013 w 735013"/>
                <a:gd name="csY4" fmla="*/ 45047 h 300162"/>
                <a:gd name="csX5" fmla="*/ 735013 w 735013"/>
                <a:gd name="csY5" fmla="*/ 249138 h 300162"/>
                <a:gd name="csX6" fmla="*/ 683989 w 735013"/>
                <a:gd name="csY6" fmla="*/ 300162 h 300162"/>
                <a:gd name="csX7" fmla="*/ 51024 w 735013"/>
                <a:gd name="csY7" fmla="*/ 300162 h 300162"/>
                <a:gd name="csX8" fmla="*/ 0 w 735013"/>
                <a:gd name="csY8" fmla="*/ 249138 h 300162"/>
                <a:gd name="csX9" fmla="*/ 0 w 735013"/>
                <a:gd name="csY9" fmla="*/ 45047 h 3001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735013" h="300162">
                  <a:moveTo>
                    <a:pt x="0" y="45047"/>
                  </a:moveTo>
                  <a:cubicBezTo>
                    <a:pt x="0" y="16867"/>
                    <a:pt x="94562" y="0"/>
                    <a:pt x="122742" y="0"/>
                  </a:cubicBezTo>
                  <a:cubicBezTo>
                    <a:pt x="172460" y="4627"/>
                    <a:pt x="254568" y="65835"/>
                    <a:pt x="340140" y="13044"/>
                  </a:cubicBezTo>
                  <a:cubicBezTo>
                    <a:pt x="472685" y="48539"/>
                    <a:pt x="527536" y="18293"/>
                    <a:pt x="648129" y="17929"/>
                  </a:cubicBezTo>
                  <a:cubicBezTo>
                    <a:pt x="713941" y="26251"/>
                    <a:pt x="725513" y="10497"/>
                    <a:pt x="735013" y="45047"/>
                  </a:cubicBezTo>
                  <a:lnTo>
                    <a:pt x="735013" y="249138"/>
                  </a:lnTo>
                  <a:cubicBezTo>
                    <a:pt x="735013" y="277318"/>
                    <a:pt x="712169" y="300162"/>
                    <a:pt x="683989" y="300162"/>
                  </a:cubicBezTo>
                  <a:lnTo>
                    <a:pt x="51024" y="300162"/>
                  </a:lnTo>
                  <a:cubicBezTo>
                    <a:pt x="22844" y="300162"/>
                    <a:pt x="0" y="277318"/>
                    <a:pt x="0" y="249138"/>
                  </a:cubicBezTo>
                  <a:lnTo>
                    <a:pt x="0" y="45047"/>
                  </a:lnTo>
                  <a:close/>
                </a:path>
              </a:pathLst>
            </a:custGeom>
            <a:solidFill>
              <a:srgbClr val="E2C19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4" name="Rectangle: Rounded Corners 92">
              <a:extLst>
                <a:ext uri="{FF2B5EF4-FFF2-40B4-BE49-F238E27FC236}">
                  <a16:creationId xmlns:a16="http://schemas.microsoft.com/office/drawing/2014/main" id="{48A691AD-6BFA-9496-0AFE-FEE54D75B983}"/>
                </a:ext>
              </a:extLst>
            </p:cNvPr>
            <p:cNvSpPr/>
            <p:nvPr/>
          </p:nvSpPr>
          <p:spPr>
            <a:xfrm>
              <a:off x="1249601" y="1455746"/>
              <a:ext cx="735013" cy="312115"/>
            </a:xfrm>
            <a:custGeom>
              <a:avLst/>
              <a:gdLst>
                <a:gd name="csX0" fmla="*/ 0 w 735013"/>
                <a:gd name="csY0" fmla="*/ 57000 h 312115"/>
                <a:gd name="csX1" fmla="*/ 152625 w 735013"/>
                <a:gd name="csY1" fmla="*/ 0 h 312115"/>
                <a:gd name="csX2" fmla="*/ 642154 w 735013"/>
                <a:gd name="csY2" fmla="*/ 41834 h 312115"/>
                <a:gd name="csX3" fmla="*/ 735013 w 735013"/>
                <a:gd name="csY3" fmla="*/ 57000 h 312115"/>
                <a:gd name="csX4" fmla="*/ 735013 w 735013"/>
                <a:gd name="csY4" fmla="*/ 261091 h 312115"/>
                <a:gd name="csX5" fmla="*/ 683989 w 735013"/>
                <a:gd name="csY5" fmla="*/ 312115 h 312115"/>
                <a:gd name="csX6" fmla="*/ 51024 w 735013"/>
                <a:gd name="csY6" fmla="*/ 312115 h 312115"/>
                <a:gd name="csX7" fmla="*/ 0 w 735013"/>
                <a:gd name="csY7" fmla="*/ 261091 h 312115"/>
                <a:gd name="csX8" fmla="*/ 0 w 735013"/>
                <a:gd name="csY8" fmla="*/ 57000 h 3121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35013" h="312115">
                  <a:moveTo>
                    <a:pt x="0" y="57000"/>
                  </a:moveTo>
                  <a:cubicBezTo>
                    <a:pt x="0" y="28820"/>
                    <a:pt x="124445" y="0"/>
                    <a:pt x="152625" y="0"/>
                  </a:cubicBezTo>
                  <a:cubicBezTo>
                    <a:pt x="363613" y="0"/>
                    <a:pt x="443119" y="5976"/>
                    <a:pt x="642154" y="41834"/>
                  </a:cubicBezTo>
                  <a:cubicBezTo>
                    <a:pt x="670334" y="41834"/>
                    <a:pt x="735013" y="28820"/>
                    <a:pt x="735013" y="57000"/>
                  </a:cubicBezTo>
                  <a:lnTo>
                    <a:pt x="735013" y="261091"/>
                  </a:lnTo>
                  <a:cubicBezTo>
                    <a:pt x="735013" y="289271"/>
                    <a:pt x="712169" y="312115"/>
                    <a:pt x="683989" y="312115"/>
                  </a:cubicBezTo>
                  <a:lnTo>
                    <a:pt x="51024" y="312115"/>
                  </a:lnTo>
                  <a:cubicBezTo>
                    <a:pt x="22844" y="312115"/>
                    <a:pt x="0" y="289271"/>
                    <a:pt x="0" y="261091"/>
                  </a:cubicBezTo>
                  <a:lnTo>
                    <a:pt x="0" y="57000"/>
                  </a:lnTo>
                  <a:close/>
                </a:path>
              </a:pathLst>
            </a:custGeom>
            <a:solidFill>
              <a:srgbClr val="8E6B4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EE3B6DE4-69CE-0C2E-594B-63DA943254D3}"/>
                </a:ext>
              </a:extLst>
            </p:cNvPr>
            <p:cNvSpPr/>
            <p:nvPr/>
          </p:nvSpPr>
          <p:spPr>
            <a:xfrm>
              <a:off x="1333037" y="1044956"/>
              <a:ext cx="119639" cy="579718"/>
            </a:xfrm>
            <a:custGeom>
              <a:avLst/>
              <a:gdLst>
                <a:gd name="csX0" fmla="*/ 119639 w 119639"/>
                <a:gd name="csY0" fmla="*/ 0 h 579718"/>
                <a:gd name="csX1" fmla="*/ 107687 w 119639"/>
                <a:gd name="csY1" fmla="*/ 119530 h 579718"/>
                <a:gd name="csX2" fmla="*/ 83781 w 119639"/>
                <a:gd name="csY2" fmla="*/ 143436 h 579718"/>
                <a:gd name="csX3" fmla="*/ 65851 w 119639"/>
                <a:gd name="csY3" fmla="*/ 191247 h 579718"/>
                <a:gd name="csX4" fmla="*/ 47922 w 119639"/>
                <a:gd name="csY4" fmla="*/ 310777 h 579718"/>
                <a:gd name="csX5" fmla="*/ 35969 w 119639"/>
                <a:gd name="csY5" fmla="*/ 328706 h 579718"/>
                <a:gd name="csX6" fmla="*/ 6087 w 119639"/>
                <a:gd name="csY6" fmla="*/ 376518 h 579718"/>
                <a:gd name="csX7" fmla="*/ 110 w 119639"/>
                <a:gd name="csY7" fmla="*/ 400424 h 579718"/>
                <a:gd name="csX8" fmla="*/ 12063 w 119639"/>
                <a:gd name="csY8" fmla="*/ 430306 h 579718"/>
                <a:gd name="csX9" fmla="*/ 29992 w 119639"/>
                <a:gd name="csY9" fmla="*/ 496047 h 579718"/>
                <a:gd name="csX10" fmla="*/ 18039 w 119639"/>
                <a:gd name="csY10" fmla="*/ 579718 h 5797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19639" h="579718">
                  <a:moveTo>
                    <a:pt x="119639" y="0"/>
                  </a:moveTo>
                  <a:cubicBezTo>
                    <a:pt x="115655" y="39843"/>
                    <a:pt x="117398" y="80683"/>
                    <a:pt x="107687" y="119530"/>
                  </a:cubicBezTo>
                  <a:cubicBezTo>
                    <a:pt x="104954" y="130463"/>
                    <a:pt x="90032" y="134059"/>
                    <a:pt x="83781" y="143436"/>
                  </a:cubicBezTo>
                  <a:cubicBezTo>
                    <a:pt x="79019" y="150580"/>
                    <a:pt x="69625" y="179928"/>
                    <a:pt x="65851" y="191247"/>
                  </a:cubicBezTo>
                  <a:cubicBezTo>
                    <a:pt x="61639" y="254432"/>
                    <a:pt x="70110" y="266401"/>
                    <a:pt x="47922" y="310777"/>
                  </a:cubicBezTo>
                  <a:cubicBezTo>
                    <a:pt x="44710" y="317201"/>
                    <a:pt x="39825" y="322646"/>
                    <a:pt x="35969" y="328706"/>
                  </a:cubicBezTo>
                  <a:cubicBezTo>
                    <a:pt x="25879" y="344562"/>
                    <a:pt x="6087" y="376518"/>
                    <a:pt x="6087" y="376518"/>
                  </a:cubicBezTo>
                  <a:cubicBezTo>
                    <a:pt x="4095" y="384487"/>
                    <a:pt x="-797" y="392260"/>
                    <a:pt x="110" y="400424"/>
                  </a:cubicBezTo>
                  <a:cubicBezTo>
                    <a:pt x="1295" y="411086"/>
                    <a:pt x="8671" y="420129"/>
                    <a:pt x="12063" y="430306"/>
                  </a:cubicBezTo>
                  <a:cubicBezTo>
                    <a:pt x="19168" y="451622"/>
                    <a:pt x="24522" y="474165"/>
                    <a:pt x="29992" y="496047"/>
                  </a:cubicBezTo>
                  <a:cubicBezTo>
                    <a:pt x="17736" y="575711"/>
                    <a:pt x="18039" y="547539"/>
                    <a:pt x="18039" y="579718"/>
                  </a:cubicBezTo>
                </a:path>
              </a:pathLst>
            </a:custGeom>
            <a:noFill/>
            <a:ln>
              <a:solidFill>
                <a:srgbClr val="3E332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B8BB3B81-F352-6EBD-EC7A-D92C22510FD0}"/>
                </a:ext>
              </a:extLst>
            </p:cNvPr>
            <p:cNvSpPr/>
            <p:nvPr/>
          </p:nvSpPr>
          <p:spPr>
            <a:xfrm rot="20484588">
              <a:off x="1433952" y="1048122"/>
              <a:ext cx="119639" cy="579718"/>
            </a:xfrm>
            <a:custGeom>
              <a:avLst/>
              <a:gdLst>
                <a:gd name="csX0" fmla="*/ 119639 w 119639"/>
                <a:gd name="csY0" fmla="*/ 0 h 579718"/>
                <a:gd name="csX1" fmla="*/ 107687 w 119639"/>
                <a:gd name="csY1" fmla="*/ 119530 h 579718"/>
                <a:gd name="csX2" fmla="*/ 83781 w 119639"/>
                <a:gd name="csY2" fmla="*/ 143436 h 579718"/>
                <a:gd name="csX3" fmla="*/ 65851 w 119639"/>
                <a:gd name="csY3" fmla="*/ 191247 h 579718"/>
                <a:gd name="csX4" fmla="*/ 47922 w 119639"/>
                <a:gd name="csY4" fmla="*/ 310777 h 579718"/>
                <a:gd name="csX5" fmla="*/ 35969 w 119639"/>
                <a:gd name="csY5" fmla="*/ 328706 h 579718"/>
                <a:gd name="csX6" fmla="*/ 6087 w 119639"/>
                <a:gd name="csY6" fmla="*/ 376518 h 579718"/>
                <a:gd name="csX7" fmla="*/ 110 w 119639"/>
                <a:gd name="csY7" fmla="*/ 400424 h 579718"/>
                <a:gd name="csX8" fmla="*/ 12063 w 119639"/>
                <a:gd name="csY8" fmla="*/ 430306 h 579718"/>
                <a:gd name="csX9" fmla="*/ 29992 w 119639"/>
                <a:gd name="csY9" fmla="*/ 496047 h 579718"/>
                <a:gd name="csX10" fmla="*/ 18039 w 119639"/>
                <a:gd name="csY10" fmla="*/ 579718 h 5797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19639" h="579718">
                  <a:moveTo>
                    <a:pt x="119639" y="0"/>
                  </a:moveTo>
                  <a:cubicBezTo>
                    <a:pt x="115655" y="39843"/>
                    <a:pt x="117398" y="80683"/>
                    <a:pt x="107687" y="119530"/>
                  </a:cubicBezTo>
                  <a:cubicBezTo>
                    <a:pt x="104954" y="130463"/>
                    <a:pt x="90032" y="134059"/>
                    <a:pt x="83781" y="143436"/>
                  </a:cubicBezTo>
                  <a:cubicBezTo>
                    <a:pt x="79019" y="150580"/>
                    <a:pt x="69625" y="179928"/>
                    <a:pt x="65851" y="191247"/>
                  </a:cubicBezTo>
                  <a:cubicBezTo>
                    <a:pt x="61639" y="254432"/>
                    <a:pt x="70110" y="266401"/>
                    <a:pt x="47922" y="310777"/>
                  </a:cubicBezTo>
                  <a:cubicBezTo>
                    <a:pt x="44710" y="317201"/>
                    <a:pt x="39825" y="322646"/>
                    <a:pt x="35969" y="328706"/>
                  </a:cubicBezTo>
                  <a:cubicBezTo>
                    <a:pt x="25879" y="344562"/>
                    <a:pt x="6087" y="376518"/>
                    <a:pt x="6087" y="376518"/>
                  </a:cubicBezTo>
                  <a:cubicBezTo>
                    <a:pt x="4095" y="384487"/>
                    <a:pt x="-797" y="392260"/>
                    <a:pt x="110" y="400424"/>
                  </a:cubicBezTo>
                  <a:cubicBezTo>
                    <a:pt x="1295" y="411086"/>
                    <a:pt x="8671" y="420129"/>
                    <a:pt x="12063" y="430306"/>
                  </a:cubicBezTo>
                  <a:cubicBezTo>
                    <a:pt x="19168" y="451622"/>
                    <a:pt x="24522" y="474165"/>
                    <a:pt x="29992" y="496047"/>
                  </a:cubicBezTo>
                  <a:cubicBezTo>
                    <a:pt x="17736" y="575711"/>
                    <a:pt x="18039" y="547539"/>
                    <a:pt x="18039" y="579718"/>
                  </a:cubicBezTo>
                </a:path>
              </a:pathLst>
            </a:custGeom>
            <a:noFill/>
            <a:ln>
              <a:solidFill>
                <a:srgbClr val="3E332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524CFFE1-E1D5-701C-D488-DAD90E09619E}"/>
                </a:ext>
              </a:extLst>
            </p:cNvPr>
            <p:cNvSpPr/>
            <p:nvPr/>
          </p:nvSpPr>
          <p:spPr>
            <a:xfrm rot="438870">
              <a:off x="1399166" y="1252944"/>
              <a:ext cx="80831" cy="309984"/>
            </a:xfrm>
            <a:custGeom>
              <a:avLst/>
              <a:gdLst>
                <a:gd name="csX0" fmla="*/ 119639 w 119639"/>
                <a:gd name="csY0" fmla="*/ 0 h 579718"/>
                <a:gd name="csX1" fmla="*/ 107687 w 119639"/>
                <a:gd name="csY1" fmla="*/ 119530 h 579718"/>
                <a:gd name="csX2" fmla="*/ 83781 w 119639"/>
                <a:gd name="csY2" fmla="*/ 143436 h 579718"/>
                <a:gd name="csX3" fmla="*/ 65851 w 119639"/>
                <a:gd name="csY3" fmla="*/ 191247 h 579718"/>
                <a:gd name="csX4" fmla="*/ 47922 w 119639"/>
                <a:gd name="csY4" fmla="*/ 310777 h 579718"/>
                <a:gd name="csX5" fmla="*/ 35969 w 119639"/>
                <a:gd name="csY5" fmla="*/ 328706 h 579718"/>
                <a:gd name="csX6" fmla="*/ 6087 w 119639"/>
                <a:gd name="csY6" fmla="*/ 376518 h 579718"/>
                <a:gd name="csX7" fmla="*/ 110 w 119639"/>
                <a:gd name="csY7" fmla="*/ 400424 h 579718"/>
                <a:gd name="csX8" fmla="*/ 12063 w 119639"/>
                <a:gd name="csY8" fmla="*/ 430306 h 579718"/>
                <a:gd name="csX9" fmla="*/ 29992 w 119639"/>
                <a:gd name="csY9" fmla="*/ 496047 h 579718"/>
                <a:gd name="csX10" fmla="*/ 18039 w 119639"/>
                <a:gd name="csY10" fmla="*/ 579718 h 5797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19639" h="579718">
                  <a:moveTo>
                    <a:pt x="119639" y="0"/>
                  </a:moveTo>
                  <a:cubicBezTo>
                    <a:pt x="115655" y="39843"/>
                    <a:pt x="117398" y="80683"/>
                    <a:pt x="107687" y="119530"/>
                  </a:cubicBezTo>
                  <a:cubicBezTo>
                    <a:pt x="104954" y="130463"/>
                    <a:pt x="90032" y="134059"/>
                    <a:pt x="83781" y="143436"/>
                  </a:cubicBezTo>
                  <a:cubicBezTo>
                    <a:pt x="79019" y="150580"/>
                    <a:pt x="69625" y="179928"/>
                    <a:pt x="65851" y="191247"/>
                  </a:cubicBezTo>
                  <a:cubicBezTo>
                    <a:pt x="61639" y="254432"/>
                    <a:pt x="70110" y="266401"/>
                    <a:pt x="47922" y="310777"/>
                  </a:cubicBezTo>
                  <a:cubicBezTo>
                    <a:pt x="44710" y="317201"/>
                    <a:pt x="39825" y="322646"/>
                    <a:pt x="35969" y="328706"/>
                  </a:cubicBezTo>
                  <a:cubicBezTo>
                    <a:pt x="25879" y="344562"/>
                    <a:pt x="6087" y="376518"/>
                    <a:pt x="6087" y="376518"/>
                  </a:cubicBezTo>
                  <a:cubicBezTo>
                    <a:pt x="4095" y="384487"/>
                    <a:pt x="-797" y="392260"/>
                    <a:pt x="110" y="400424"/>
                  </a:cubicBezTo>
                  <a:cubicBezTo>
                    <a:pt x="1295" y="411086"/>
                    <a:pt x="8671" y="420129"/>
                    <a:pt x="12063" y="430306"/>
                  </a:cubicBezTo>
                  <a:cubicBezTo>
                    <a:pt x="19168" y="451622"/>
                    <a:pt x="24522" y="474165"/>
                    <a:pt x="29992" y="496047"/>
                  </a:cubicBezTo>
                  <a:cubicBezTo>
                    <a:pt x="17736" y="575711"/>
                    <a:pt x="18039" y="547539"/>
                    <a:pt x="18039" y="579718"/>
                  </a:cubicBezTo>
                </a:path>
              </a:pathLst>
            </a:custGeom>
            <a:noFill/>
            <a:ln>
              <a:solidFill>
                <a:srgbClr val="3E332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2C7A84B8-CA49-2040-926E-91A0AE597B9B}"/>
                </a:ext>
              </a:extLst>
            </p:cNvPr>
            <p:cNvSpPr/>
            <p:nvPr/>
          </p:nvSpPr>
          <p:spPr>
            <a:xfrm>
              <a:off x="1798727" y="1362635"/>
              <a:ext cx="66355" cy="71718"/>
            </a:xfrm>
            <a:custGeom>
              <a:avLst/>
              <a:gdLst>
                <a:gd name="csX0" fmla="*/ 12144 w 66355"/>
                <a:gd name="csY0" fmla="*/ 0 h 71718"/>
                <a:gd name="csX1" fmla="*/ 12144 w 66355"/>
                <a:gd name="csY1" fmla="*/ 0 h 71718"/>
                <a:gd name="csX2" fmla="*/ 191 w 66355"/>
                <a:gd name="csY2" fmla="*/ 53789 h 71718"/>
                <a:gd name="csX3" fmla="*/ 18120 w 66355"/>
                <a:gd name="csY3" fmla="*/ 65741 h 71718"/>
                <a:gd name="csX4" fmla="*/ 53979 w 66355"/>
                <a:gd name="csY4" fmla="*/ 71718 h 71718"/>
                <a:gd name="csX5" fmla="*/ 65932 w 66355"/>
                <a:gd name="csY5" fmla="*/ 47812 h 71718"/>
                <a:gd name="csX6" fmla="*/ 36049 w 66355"/>
                <a:gd name="csY6" fmla="*/ 23906 h 71718"/>
                <a:gd name="csX7" fmla="*/ 12144 w 66355"/>
                <a:gd name="csY7" fmla="*/ 0 h 717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66355" h="71718">
                  <a:moveTo>
                    <a:pt x="12144" y="0"/>
                  </a:moveTo>
                  <a:lnTo>
                    <a:pt x="12144" y="0"/>
                  </a:lnTo>
                  <a:cubicBezTo>
                    <a:pt x="8160" y="17930"/>
                    <a:pt x="-1472" y="35497"/>
                    <a:pt x="191" y="53789"/>
                  </a:cubicBezTo>
                  <a:cubicBezTo>
                    <a:pt x="841" y="60942"/>
                    <a:pt x="11306" y="63470"/>
                    <a:pt x="18120" y="65741"/>
                  </a:cubicBezTo>
                  <a:cubicBezTo>
                    <a:pt x="29616" y="69573"/>
                    <a:pt x="42026" y="69726"/>
                    <a:pt x="53979" y="71718"/>
                  </a:cubicBezTo>
                  <a:cubicBezTo>
                    <a:pt x="57963" y="63749"/>
                    <a:pt x="64672" y="56632"/>
                    <a:pt x="65932" y="47812"/>
                  </a:cubicBezTo>
                  <a:cubicBezTo>
                    <a:pt x="69453" y="23164"/>
                    <a:pt x="50295" y="30012"/>
                    <a:pt x="36049" y="23906"/>
                  </a:cubicBezTo>
                  <a:cubicBezTo>
                    <a:pt x="29447" y="21076"/>
                    <a:pt x="16128" y="3984"/>
                    <a:pt x="12144" y="0"/>
                  </a:cubicBezTo>
                  <a:close/>
                </a:path>
              </a:pathLst>
            </a:custGeom>
            <a:solidFill>
              <a:srgbClr val="8E6B4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94FE3D91-2728-B75B-E47E-02B5A006EACF}"/>
                </a:ext>
              </a:extLst>
            </p:cNvPr>
            <p:cNvSpPr/>
            <p:nvPr/>
          </p:nvSpPr>
          <p:spPr>
            <a:xfrm rot="11763267">
              <a:off x="1555604" y="1336253"/>
              <a:ext cx="66355" cy="71718"/>
            </a:xfrm>
            <a:custGeom>
              <a:avLst/>
              <a:gdLst>
                <a:gd name="csX0" fmla="*/ 12144 w 66355"/>
                <a:gd name="csY0" fmla="*/ 0 h 71718"/>
                <a:gd name="csX1" fmla="*/ 12144 w 66355"/>
                <a:gd name="csY1" fmla="*/ 0 h 71718"/>
                <a:gd name="csX2" fmla="*/ 191 w 66355"/>
                <a:gd name="csY2" fmla="*/ 53789 h 71718"/>
                <a:gd name="csX3" fmla="*/ 18120 w 66355"/>
                <a:gd name="csY3" fmla="*/ 65741 h 71718"/>
                <a:gd name="csX4" fmla="*/ 53979 w 66355"/>
                <a:gd name="csY4" fmla="*/ 71718 h 71718"/>
                <a:gd name="csX5" fmla="*/ 65932 w 66355"/>
                <a:gd name="csY5" fmla="*/ 47812 h 71718"/>
                <a:gd name="csX6" fmla="*/ 36049 w 66355"/>
                <a:gd name="csY6" fmla="*/ 23906 h 71718"/>
                <a:gd name="csX7" fmla="*/ 12144 w 66355"/>
                <a:gd name="csY7" fmla="*/ 0 h 717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66355" h="71718">
                  <a:moveTo>
                    <a:pt x="12144" y="0"/>
                  </a:moveTo>
                  <a:lnTo>
                    <a:pt x="12144" y="0"/>
                  </a:lnTo>
                  <a:cubicBezTo>
                    <a:pt x="8160" y="17930"/>
                    <a:pt x="-1472" y="35497"/>
                    <a:pt x="191" y="53789"/>
                  </a:cubicBezTo>
                  <a:cubicBezTo>
                    <a:pt x="841" y="60942"/>
                    <a:pt x="11306" y="63470"/>
                    <a:pt x="18120" y="65741"/>
                  </a:cubicBezTo>
                  <a:cubicBezTo>
                    <a:pt x="29616" y="69573"/>
                    <a:pt x="42026" y="69726"/>
                    <a:pt x="53979" y="71718"/>
                  </a:cubicBezTo>
                  <a:cubicBezTo>
                    <a:pt x="57963" y="63749"/>
                    <a:pt x="64672" y="56632"/>
                    <a:pt x="65932" y="47812"/>
                  </a:cubicBezTo>
                  <a:cubicBezTo>
                    <a:pt x="69453" y="23164"/>
                    <a:pt x="50295" y="30012"/>
                    <a:pt x="36049" y="23906"/>
                  </a:cubicBezTo>
                  <a:cubicBezTo>
                    <a:pt x="29447" y="21076"/>
                    <a:pt x="16128" y="3984"/>
                    <a:pt x="12144" y="0"/>
                  </a:cubicBezTo>
                  <a:close/>
                </a:path>
              </a:pathLst>
            </a:custGeom>
            <a:solidFill>
              <a:srgbClr val="8E6B4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8A5E1343-1A89-27D7-3960-D12AB68AE003}"/>
                </a:ext>
              </a:extLst>
            </p:cNvPr>
            <p:cNvSpPr/>
            <p:nvPr/>
          </p:nvSpPr>
          <p:spPr>
            <a:xfrm rot="11763267">
              <a:off x="1722303" y="1112471"/>
              <a:ext cx="66355" cy="71718"/>
            </a:xfrm>
            <a:custGeom>
              <a:avLst/>
              <a:gdLst>
                <a:gd name="csX0" fmla="*/ 12144 w 66355"/>
                <a:gd name="csY0" fmla="*/ 0 h 71718"/>
                <a:gd name="csX1" fmla="*/ 12144 w 66355"/>
                <a:gd name="csY1" fmla="*/ 0 h 71718"/>
                <a:gd name="csX2" fmla="*/ 191 w 66355"/>
                <a:gd name="csY2" fmla="*/ 53789 h 71718"/>
                <a:gd name="csX3" fmla="*/ 18120 w 66355"/>
                <a:gd name="csY3" fmla="*/ 65741 h 71718"/>
                <a:gd name="csX4" fmla="*/ 53979 w 66355"/>
                <a:gd name="csY4" fmla="*/ 71718 h 71718"/>
                <a:gd name="csX5" fmla="*/ 65932 w 66355"/>
                <a:gd name="csY5" fmla="*/ 47812 h 71718"/>
                <a:gd name="csX6" fmla="*/ 36049 w 66355"/>
                <a:gd name="csY6" fmla="*/ 23906 h 71718"/>
                <a:gd name="csX7" fmla="*/ 12144 w 66355"/>
                <a:gd name="csY7" fmla="*/ 0 h 717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66355" h="71718">
                  <a:moveTo>
                    <a:pt x="12144" y="0"/>
                  </a:moveTo>
                  <a:lnTo>
                    <a:pt x="12144" y="0"/>
                  </a:lnTo>
                  <a:cubicBezTo>
                    <a:pt x="8160" y="17930"/>
                    <a:pt x="-1472" y="35497"/>
                    <a:pt x="191" y="53789"/>
                  </a:cubicBezTo>
                  <a:cubicBezTo>
                    <a:pt x="841" y="60942"/>
                    <a:pt x="11306" y="63470"/>
                    <a:pt x="18120" y="65741"/>
                  </a:cubicBezTo>
                  <a:cubicBezTo>
                    <a:pt x="29616" y="69573"/>
                    <a:pt x="42026" y="69726"/>
                    <a:pt x="53979" y="71718"/>
                  </a:cubicBezTo>
                  <a:cubicBezTo>
                    <a:pt x="57963" y="63749"/>
                    <a:pt x="64672" y="56632"/>
                    <a:pt x="65932" y="47812"/>
                  </a:cubicBezTo>
                  <a:cubicBezTo>
                    <a:pt x="69453" y="23164"/>
                    <a:pt x="50295" y="30012"/>
                    <a:pt x="36049" y="23906"/>
                  </a:cubicBezTo>
                  <a:cubicBezTo>
                    <a:pt x="29447" y="21076"/>
                    <a:pt x="16128" y="3984"/>
                    <a:pt x="12144" y="0"/>
                  </a:cubicBezTo>
                  <a:close/>
                </a:path>
              </a:pathLst>
            </a:custGeom>
            <a:solidFill>
              <a:srgbClr val="E2C19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DDFF134C-DB58-8CF5-0C18-4B0460A44F31}"/>
              </a:ext>
            </a:extLst>
          </p:cNvPr>
          <p:cNvGrpSpPr>
            <a:grpSpLocks noChangeAspect="1"/>
          </p:cNvGrpSpPr>
          <p:nvPr/>
        </p:nvGrpSpPr>
        <p:grpSpPr>
          <a:xfrm>
            <a:off x="15104368" y="4501596"/>
            <a:ext cx="527698" cy="877939"/>
            <a:chOff x="8929037" y="2961892"/>
            <a:chExt cx="983598" cy="1636427"/>
          </a:xfrm>
        </p:grpSpPr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97445BC2-6830-F92B-BF3C-C444D643E069}"/>
                </a:ext>
              </a:extLst>
            </p:cNvPr>
            <p:cNvGrpSpPr/>
            <p:nvPr/>
          </p:nvGrpSpPr>
          <p:grpSpPr>
            <a:xfrm>
              <a:off x="8929037" y="2961892"/>
              <a:ext cx="701396" cy="641829"/>
              <a:chOff x="8929037" y="2961892"/>
              <a:chExt cx="701396" cy="641829"/>
            </a:xfrm>
          </p:grpSpPr>
          <p:grpSp>
            <p:nvGrpSpPr>
              <p:cNvPr id="124" name="Group 123">
                <a:extLst>
                  <a:ext uri="{FF2B5EF4-FFF2-40B4-BE49-F238E27FC236}">
                    <a16:creationId xmlns:a16="http://schemas.microsoft.com/office/drawing/2014/main" id="{231F23D9-6859-E624-5167-6772EBCAEABF}"/>
                  </a:ext>
                </a:extLst>
              </p:cNvPr>
              <p:cNvGrpSpPr/>
              <p:nvPr/>
            </p:nvGrpSpPr>
            <p:grpSpPr>
              <a:xfrm rot="199363">
                <a:off x="8929037" y="2961892"/>
                <a:ext cx="701396" cy="641829"/>
                <a:chOff x="8870241" y="1241642"/>
                <a:chExt cx="701396" cy="641829"/>
              </a:xfrm>
              <a:solidFill>
                <a:schemeClr val="accent6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128" name="Freeform: Shape 127">
                  <a:extLst>
                    <a:ext uri="{FF2B5EF4-FFF2-40B4-BE49-F238E27FC236}">
                      <a16:creationId xmlns:a16="http://schemas.microsoft.com/office/drawing/2014/main" id="{FAEDD7FA-72EC-C875-91FF-AAC26E411CE7}"/>
                    </a:ext>
                  </a:extLst>
                </p:cNvPr>
                <p:cNvSpPr/>
                <p:nvPr/>
              </p:nvSpPr>
              <p:spPr>
                <a:xfrm>
                  <a:off x="8916171" y="1241642"/>
                  <a:ext cx="509580" cy="641829"/>
                </a:xfrm>
                <a:custGeom>
                  <a:avLst/>
                  <a:gdLst>
                    <a:gd name="csX0" fmla="*/ 88061 w 454001"/>
                    <a:gd name="csY0" fmla="*/ 530463 h 530463"/>
                    <a:gd name="csX1" fmla="*/ 25 w 454001"/>
                    <a:gd name="csY1" fmla="*/ 334114 h 530463"/>
                    <a:gd name="csX2" fmla="*/ 96278 w 454001"/>
                    <a:gd name="csY2" fmla="*/ 105514 h 530463"/>
                    <a:gd name="csX3" fmla="*/ 409099 w 454001"/>
                    <a:gd name="csY3" fmla="*/ 9261 h 530463"/>
                    <a:gd name="csX4" fmla="*/ 445194 w 454001"/>
                    <a:gd name="csY4" fmla="*/ 9261 h 53046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454001" h="530463">
                      <a:moveTo>
                        <a:pt x="88061" y="530463"/>
                      </a:moveTo>
                      <a:cubicBezTo>
                        <a:pt x="54974" y="459276"/>
                        <a:pt x="-1344" y="404939"/>
                        <a:pt x="25" y="334114"/>
                      </a:cubicBezTo>
                      <a:cubicBezTo>
                        <a:pt x="1394" y="263289"/>
                        <a:pt x="28099" y="159656"/>
                        <a:pt x="96278" y="105514"/>
                      </a:cubicBezTo>
                      <a:cubicBezTo>
                        <a:pt x="164457" y="51372"/>
                        <a:pt x="350946" y="25303"/>
                        <a:pt x="409099" y="9261"/>
                      </a:cubicBezTo>
                      <a:cubicBezTo>
                        <a:pt x="467252" y="-6781"/>
                        <a:pt x="456223" y="1240"/>
                        <a:pt x="445194" y="9261"/>
                      </a:cubicBezTo>
                    </a:path>
                  </a:pathLst>
                </a:custGeom>
                <a:grpFill/>
                <a:ln w="19050"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9" name="Freeform: Shape 128">
                  <a:extLst>
                    <a:ext uri="{FF2B5EF4-FFF2-40B4-BE49-F238E27FC236}">
                      <a16:creationId xmlns:a16="http://schemas.microsoft.com/office/drawing/2014/main" id="{D6F73728-E916-070E-1D36-621CDC714449}"/>
                    </a:ext>
                  </a:extLst>
                </p:cNvPr>
                <p:cNvSpPr/>
                <p:nvPr/>
              </p:nvSpPr>
              <p:spPr>
                <a:xfrm rot="3507530" flipH="1">
                  <a:off x="9019782" y="1251608"/>
                  <a:ext cx="402314" cy="701396"/>
                </a:xfrm>
                <a:custGeom>
                  <a:avLst/>
                  <a:gdLst>
                    <a:gd name="csX0" fmla="*/ 82372 w 459491"/>
                    <a:gd name="csY0" fmla="*/ 578325 h 578325"/>
                    <a:gd name="csX1" fmla="*/ 77 w 459491"/>
                    <a:gd name="csY1" fmla="*/ 353878 h 578325"/>
                    <a:gd name="csX2" fmla="*/ 96330 w 459491"/>
                    <a:gd name="csY2" fmla="*/ 125278 h 578325"/>
                    <a:gd name="csX3" fmla="*/ 459491 w 459491"/>
                    <a:gd name="csY3" fmla="*/ 0 h 57832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459491" h="578325">
                      <a:moveTo>
                        <a:pt x="82372" y="578325"/>
                      </a:moveTo>
                      <a:cubicBezTo>
                        <a:pt x="49285" y="507138"/>
                        <a:pt x="-2249" y="429386"/>
                        <a:pt x="77" y="353878"/>
                      </a:cubicBezTo>
                      <a:cubicBezTo>
                        <a:pt x="2403" y="278370"/>
                        <a:pt x="19761" y="184258"/>
                        <a:pt x="96330" y="125278"/>
                      </a:cubicBezTo>
                      <a:cubicBezTo>
                        <a:pt x="172899" y="66298"/>
                        <a:pt x="387430" y="29114"/>
                        <a:pt x="459491" y="0"/>
                      </a:cubicBezTo>
                    </a:path>
                  </a:pathLst>
                </a:custGeom>
                <a:grpFill/>
                <a:ln w="19050"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125" name="Arc 124">
                <a:extLst>
                  <a:ext uri="{FF2B5EF4-FFF2-40B4-BE49-F238E27FC236}">
                    <a16:creationId xmlns:a16="http://schemas.microsoft.com/office/drawing/2014/main" id="{38C34CC9-F859-255C-4DEC-92DF563C2417}"/>
                  </a:ext>
                </a:extLst>
              </p:cNvPr>
              <p:cNvSpPr/>
              <p:nvPr/>
            </p:nvSpPr>
            <p:spPr>
              <a:xfrm rot="9605115">
                <a:off x="9052952" y="3203783"/>
                <a:ext cx="217029" cy="314740"/>
              </a:xfrm>
              <a:prstGeom prst="arc">
                <a:avLst/>
              </a:prstGeom>
              <a:ln w="19050">
                <a:solidFill>
                  <a:srgbClr val="13511C"/>
                </a:solidFill>
              </a:ln>
            </p:spPr>
            <p:style>
              <a:lnRef idx="2">
                <a:schemeClr val="accent3"/>
              </a:lnRef>
              <a:fillRef idx="0">
                <a:schemeClr val="accent3"/>
              </a:fillRef>
              <a:effectRef idx="1">
                <a:schemeClr val="accent3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6" name="Arc 125">
                <a:extLst>
                  <a:ext uri="{FF2B5EF4-FFF2-40B4-BE49-F238E27FC236}">
                    <a16:creationId xmlns:a16="http://schemas.microsoft.com/office/drawing/2014/main" id="{4D219F13-B8C6-ADDC-9676-C701579E3CE0}"/>
                  </a:ext>
                </a:extLst>
              </p:cNvPr>
              <p:cNvSpPr/>
              <p:nvPr/>
            </p:nvSpPr>
            <p:spPr>
              <a:xfrm rot="9605115">
                <a:off x="9101911" y="3110260"/>
                <a:ext cx="217029" cy="314740"/>
              </a:xfrm>
              <a:prstGeom prst="arc">
                <a:avLst>
                  <a:gd name="adj1" fmla="val 15874131"/>
                  <a:gd name="adj2" fmla="val 1350044"/>
                </a:avLst>
              </a:prstGeom>
              <a:ln w="19050">
                <a:solidFill>
                  <a:srgbClr val="13511C"/>
                </a:solidFill>
              </a:ln>
            </p:spPr>
            <p:style>
              <a:lnRef idx="2">
                <a:schemeClr val="accent3"/>
              </a:lnRef>
              <a:fillRef idx="0">
                <a:schemeClr val="accent3"/>
              </a:fillRef>
              <a:effectRef idx="1">
                <a:schemeClr val="accent3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7" name="Arc 126">
                <a:extLst>
                  <a:ext uri="{FF2B5EF4-FFF2-40B4-BE49-F238E27FC236}">
                    <a16:creationId xmlns:a16="http://schemas.microsoft.com/office/drawing/2014/main" id="{006C58E8-ABF7-AF83-7A07-21020C80D39A}"/>
                  </a:ext>
                </a:extLst>
              </p:cNvPr>
              <p:cNvSpPr/>
              <p:nvPr/>
            </p:nvSpPr>
            <p:spPr>
              <a:xfrm rot="9605115">
                <a:off x="9197654" y="2984824"/>
                <a:ext cx="251670" cy="358188"/>
              </a:xfrm>
              <a:prstGeom prst="arc">
                <a:avLst>
                  <a:gd name="adj1" fmla="val 16200000"/>
                  <a:gd name="adj2" fmla="val 1800072"/>
                </a:avLst>
              </a:prstGeom>
              <a:ln w="19050">
                <a:solidFill>
                  <a:srgbClr val="13511C"/>
                </a:solidFill>
              </a:ln>
            </p:spPr>
            <p:style>
              <a:lnRef idx="2">
                <a:schemeClr val="accent3"/>
              </a:lnRef>
              <a:fillRef idx="0">
                <a:schemeClr val="accent3"/>
              </a:fillRef>
              <a:effectRef idx="1">
                <a:schemeClr val="accent3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23" name="Arc 122">
              <a:extLst>
                <a:ext uri="{FF2B5EF4-FFF2-40B4-BE49-F238E27FC236}">
                  <a16:creationId xmlns:a16="http://schemas.microsoft.com/office/drawing/2014/main" id="{A14ADF1B-0F0F-D2A8-7A2C-080DB33C6E10}"/>
                </a:ext>
              </a:extLst>
            </p:cNvPr>
            <p:cNvSpPr/>
            <p:nvPr/>
          </p:nvSpPr>
          <p:spPr>
            <a:xfrm rot="17619608">
              <a:off x="8646912" y="3332596"/>
              <a:ext cx="1617046" cy="914400"/>
            </a:xfrm>
            <a:prstGeom prst="arc">
              <a:avLst>
                <a:gd name="adj1" fmla="val 14834143"/>
                <a:gd name="adj2" fmla="val 19800071"/>
              </a:avLst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28B41C79-C32C-617D-75DB-0D52DC5D098A}"/>
              </a:ext>
            </a:extLst>
          </p:cNvPr>
          <p:cNvGrpSpPr/>
          <p:nvPr/>
        </p:nvGrpSpPr>
        <p:grpSpPr>
          <a:xfrm>
            <a:off x="13612560" y="3773482"/>
            <a:ext cx="607191" cy="537765"/>
            <a:chOff x="5579194" y="1092984"/>
            <a:chExt cx="866716" cy="78320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9C60C5CE-9543-4485-628A-3B3F69333EDB}"/>
                </a:ext>
              </a:extLst>
            </p:cNvPr>
            <p:cNvSpPr/>
            <p:nvPr/>
          </p:nvSpPr>
          <p:spPr>
            <a:xfrm>
              <a:off x="5704704" y="1695946"/>
              <a:ext cx="63517" cy="177254"/>
            </a:xfrm>
            <a:prstGeom prst="rect">
              <a:avLst/>
            </a:prstGeom>
            <a:solidFill>
              <a:srgbClr val="5D513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E5D77B8B-8D19-E9E8-E96E-E63A345B513D}"/>
                </a:ext>
              </a:extLst>
            </p:cNvPr>
            <p:cNvSpPr/>
            <p:nvPr/>
          </p:nvSpPr>
          <p:spPr>
            <a:xfrm>
              <a:off x="6114522" y="1593119"/>
              <a:ext cx="91793" cy="283069"/>
            </a:xfrm>
            <a:prstGeom prst="rect">
              <a:avLst/>
            </a:prstGeom>
            <a:solidFill>
              <a:srgbClr val="5D513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8A0FC64B-CC42-9B2E-0223-7CD84F9B9E40}"/>
                </a:ext>
              </a:extLst>
            </p:cNvPr>
            <p:cNvSpPr/>
            <p:nvPr/>
          </p:nvSpPr>
          <p:spPr>
            <a:xfrm>
              <a:off x="5874928" y="1218530"/>
              <a:ext cx="570982" cy="454326"/>
            </a:xfrm>
            <a:custGeom>
              <a:avLst/>
              <a:gdLst>
                <a:gd name="csX0" fmla="*/ 323282 w 570982"/>
                <a:gd name="csY0" fmla="*/ 508042 h 517291"/>
                <a:gd name="csX1" fmla="*/ 421803 w 570982"/>
                <a:gd name="csY1" fmla="*/ 514200 h 517291"/>
                <a:gd name="csX2" fmla="*/ 501852 w 570982"/>
                <a:gd name="csY2" fmla="*/ 471097 h 517291"/>
                <a:gd name="csX3" fmla="*/ 514167 w 570982"/>
                <a:gd name="csY3" fmla="*/ 421836 h 517291"/>
                <a:gd name="csX4" fmla="*/ 486458 w 570982"/>
                <a:gd name="csY4" fmla="*/ 357181 h 517291"/>
                <a:gd name="csX5" fmla="*/ 538797 w 570982"/>
                <a:gd name="csY5" fmla="*/ 314078 h 517291"/>
                <a:gd name="csX6" fmla="*/ 566506 w 570982"/>
                <a:gd name="csY6" fmla="*/ 267897 h 517291"/>
                <a:gd name="csX7" fmla="*/ 566506 w 570982"/>
                <a:gd name="csY7" fmla="*/ 215557 h 517291"/>
                <a:gd name="csX8" fmla="*/ 523403 w 570982"/>
                <a:gd name="csY8" fmla="*/ 169375 h 517291"/>
                <a:gd name="csX9" fmla="*/ 474143 w 570982"/>
                <a:gd name="csY9" fmla="*/ 135509 h 517291"/>
                <a:gd name="csX10" fmla="*/ 467985 w 570982"/>
                <a:gd name="csY10" fmla="*/ 89327 h 517291"/>
                <a:gd name="csX11" fmla="*/ 424882 w 570982"/>
                <a:gd name="csY11" fmla="*/ 52381 h 517291"/>
                <a:gd name="csX12" fmla="*/ 354070 w 570982"/>
                <a:gd name="csY12" fmla="*/ 12357 h 517291"/>
                <a:gd name="csX13" fmla="*/ 307888 w 570982"/>
                <a:gd name="csY13" fmla="*/ 42 h 517291"/>
                <a:gd name="csX14" fmla="*/ 277100 w 570982"/>
                <a:gd name="csY14" fmla="*/ 15436 h 517291"/>
                <a:gd name="csX15" fmla="*/ 249391 w 570982"/>
                <a:gd name="csY15" fmla="*/ 33909 h 517291"/>
                <a:gd name="csX16" fmla="*/ 163185 w 570982"/>
                <a:gd name="csY16" fmla="*/ 24672 h 517291"/>
                <a:gd name="csX17" fmla="*/ 120082 w 570982"/>
                <a:gd name="csY17" fmla="*/ 9278 h 517291"/>
                <a:gd name="csX18" fmla="*/ 83137 w 570982"/>
                <a:gd name="csY18" fmla="*/ 12357 h 517291"/>
                <a:gd name="csX19" fmla="*/ 49270 w 570982"/>
                <a:gd name="csY19" fmla="*/ 55460 h 517291"/>
                <a:gd name="csX20" fmla="*/ 15403 w 570982"/>
                <a:gd name="csY20" fmla="*/ 101642 h 517291"/>
                <a:gd name="csX21" fmla="*/ 24640 w 570982"/>
                <a:gd name="csY21" fmla="*/ 147824 h 517291"/>
                <a:gd name="csX22" fmla="*/ 52349 w 570982"/>
                <a:gd name="csY22" fmla="*/ 209400 h 517291"/>
                <a:gd name="csX23" fmla="*/ 27718 w 570982"/>
                <a:gd name="csY23" fmla="*/ 258660 h 517291"/>
                <a:gd name="csX24" fmla="*/ 9 w 570982"/>
                <a:gd name="csY24" fmla="*/ 295606 h 517291"/>
                <a:gd name="csX25" fmla="*/ 30797 w 570982"/>
                <a:gd name="csY25" fmla="*/ 369497 h 517291"/>
                <a:gd name="csX26" fmla="*/ 110846 w 570982"/>
                <a:gd name="csY26" fmla="*/ 375654 h 517291"/>
                <a:gd name="csX27" fmla="*/ 101609 w 570982"/>
                <a:gd name="csY27" fmla="*/ 434151 h 517291"/>
                <a:gd name="csX28" fmla="*/ 86215 w 570982"/>
                <a:gd name="csY28" fmla="*/ 489569 h 517291"/>
                <a:gd name="csX29" fmla="*/ 169343 w 570982"/>
                <a:gd name="csY29" fmla="*/ 517278 h 517291"/>
                <a:gd name="csX30" fmla="*/ 237076 w 570982"/>
                <a:gd name="csY30" fmla="*/ 486491 h 517291"/>
                <a:gd name="csX31" fmla="*/ 323282 w 570982"/>
                <a:gd name="csY31" fmla="*/ 508042 h 5172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570982" h="517291">
                  <a:moveTo>
                    <a:pt x="323282" y="508042"/>
                  </a:moveTo>
                  <a:cubicBezTo>
                    <a:pt x="354070" y="512660"/>
                    <a:pt x="392041" y="520358"/>
                    <a:pt x="421803" y="514200"/>
                  </a:cubicBezTo>
                  <a:cubicBezTo>
                    <a:pt x="451565" y="508042"/>
                    <a:pt x="486458" y="486491"/>
                    <a:pt x="501852" y="471097"/>
                  </a:cubicBezTo>
                  <a:cubicBezTo>
                    <a:pt x="517246" y="455703"/>
                    <a:pt x="516733" y="440822"/>
                    <a:pt x="514167" y="421836"/>
                  </a:cubicBezTo>
                  <a:cubicBezTo>
                    <a:pt x="511601" y="402850"/>
                    <a:pt x="482353" y="375141"/>
                    <a:pt x="486458" y="357181"/>
                  </a:cubicBezTo>
                  <a:cubicBezTo>
                    <a:pt x="490563" y="339221"/>
                    <a:pt x="525456" y="328959"/>
                    <a:pt x="538797" y="314078"/>
                  </a:cubicBezTo>
                  <a:cubicBezTo>
                    <a:pt x="552138" y="299197"/>
                    <a:pt x="561888" y="284317"/>
                    <a:pt x="566506" y="267897"/>
                  </a:cubicBezTo>
                  <a:cubicBezTo>
                    <a:pt x="571124" y="251477"/>
                    <a:pt x="573690" y="231977"/>
                    <a:pt x="566506" y="215557"/>
                  </a:cubicBezTo>
                  <a:cubicBezTo>
                    <a:pt x="559322" y="199137"/>
                    <a:pt x="538797" y="182716"/>
                    <a:pt x="523403" y="169375"/>
                  </a:cubicBezTo>
                  <a:cubicBezTo>
                    <a:pt x="508009" y="156034"/>
                    <a:pt x="483379" y="148850"/>
                    <a:pt x="474143" y="135509"/>
                  </a:cubicBezTo>
                  <a:cubicBezTo>
                    <a:pt x="464907" y="122168"/>
                    <a:pt x="476195" y="103182"/>
                    <a:pt x="467985" y="89327"/>
                  </a:cubicBezTo>
                  <a:cubicBezTo>
                    <a:pt x="459775" y="75472"/>
                    <a:pt x="443868" y="65209"/>
                    <a:pt x="424882" y="52381"/>
                  </a:cubicBezTo>
                  <a:cubicBezTo>
                    <a:pt x="405896" y="39553"/>
                    <a:pt x="373569" y="21080"/>
                    <a:pt x="354070" y="12357"/>
                  </a:cubicBezTo>
                  <a:cubicBezTo>
                    <a:pt x="334571" y="3634"/>
                    <a:pt x="320716" y="-471"/>
                    <a:pt x="307888" y="42"/>
                  </a:cubicBezTo>
                  <a:cubicBezTo>
                    <a:pt x="295060" y="555"/>
                    <a:pt x="286849" y="9792"/>
                    <a:pt x="277100" y="15436"/>
                  </a:cubicBezTo>
                  <a:cubicBezTo>
                    <a:pt x="267351" y="21080"/>
                    <a:pt x="268377" y="32370"/>
                    <a:pt x="249391" y="33909"/>
                  </a:cubicBezTo>
                  <a:cubicBezTo>
                    <a:pt x="230405" y="35448"/>
                    <a:pt x="184736" y="28777"/>
                    <a:pt x="163185" y="24672"/>
                  </a:cubicBezTo>
                  <a:cubicBezTo>
                    <a:pt x="141633" y="20567"/>
                    <a:pt x="133423" y="11330"/>
                    <a:pt x="120082" y="9278"/>
                  </a:cubicBezTo>
                  <a:cubicBezTo>
                    <a:pt x="106741" y="7226"/>
                    <a:pt x="94939" y="4660"/>
                    <a:pt x="83137" y="12357"/>
                  </a:cubicBezTo>
                  <a:cubicBezTo>
                    <a:pt x="71335" y="20054"/>
                    <a:pt x="60559" y="40579"/>
                    <a:pt x="49270" y="55460"/>
                  </a:cubicBezTo>
                  <a:cubicBezTo>
                    <a:pt x="37981" y="70341"/>
                    <a:pt x="19508" y="86248"/>
                    <a:pt x="15403" y="101642"/>
                  </a:cubicBezTo>
                  <a:cubicBezTo>
                    <a:pt x="11298" y="117036"/>
                    <a:pt x="18482" y="129864"/>
                    <a:pt x="24640" y="147824"/>
                  </a:cubicBezTo>
                  <a:cubicBezTo>
                    <a:pt x="30798" y="165784"/>
                    <a:pt x="51836" y="190927"/>
                    <a:pt x="52349" y="209400"/>
                  </a:cubicBezTo>
                  <a:cubicBezTo>
                    <a:pt x="52862" y="227873"/>
                    <a:pt x="36441" y="244292"/>
                    <a:pt x="27718" y="258660"/>
                  </a:cubicBezTo>
                  <a:cubicBezTo>
                    <a:pt x="18995" y="273028"/>
                    <a:pt x="-504" y="277133"/>
                    <a:pt x="9" y="295606"/>
                  </a:cubicBezTo>
                  <a:cubicBezTo>
                    <a:pt x="522" y="314079"/>
                    <a:pt x="12324" y="356156"/>
                    <a:pt x="30797" y="369497"/>
                  </a:cubicBezTo>
                  <a:cubicBezTo>
                    <a:pt x="49270" y="382838"/>
                    <a:pt x="99044" y="364878"/>
                    <a:pt x="110846" y="375654"/>
                  </a:cubicBezTo>
                  <a:cubicBezTo>
                    <a:pt x="122648" y="386430"/>
                    <a:pt x="105714" y="415165"/>
                    <a:pt x="101609" y="434151"/>
                  </a:cubicBezTo>
                  <a:cubicBezTo>
                    <a:pt x="97504" y="453137"/>
                    <a:pt x="74926" y="475715"/>
                    <a:pt x="86215" y="489569"/>
                  </a:cubicBezTo>
                  <a:cubicBezTo>
                    <a:pt x="97504" y="503423"/>
                    <a:pt x="144200" y="517791"/>
                    <a:pt x="169343" y="517278"/>
                  </a:cubicBezTo>
                  <a:cubicBezTo>
                    <a:pt x="194486" y="516765"/>
                    <a:pt x="218603" y="490083"/>
                    <a:pt x="237076" y="486491"/>
                  </a:cubicBezTo>
                  <a:cubicBezTo>
                    <a:pt x="255549" y="482899"/>
                    <a:pt x="292494" y="503424"/>
                    <a:pt x="323282" y="508042"/>
                  </a:cubicBezTo>
                  <a:close/>
                </a:path>
              </a:pathLst>
            </a:custGeom>
            <a:solidFill>
              <a:srgbClr val="46962A"/>
            </a:solidFill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Isosceles Triangle 133">
              <a:extLst>
                <a:ext uri="{FF2B5EF4-FFF2-40B4-BE49-F238E27FC236}">
                  <a16:creationId xmlns:a16="http://schemas.microsoft.com/office/drawing/2014/main" id="{846FFB27-55B7-1579-CA44-F5AC925E94F6}"/>
                </a:ext>
              </a:extLst>
            </p:cNvPr>
            <p:cNvSpPr/>
            <p:nvPr/>
          </p:nvSpPr>
          <p:spPr>
            <a:xfrm>
              <a:off x="5579194" y="1337514"/>
              <a:ext cx="342812" cy="358432"/>
            </a:xfrm>
            <a:prstGeom prst="triangle">
              <a:avLst/>
            </a:prstGeom>
            <a:solidFill>
              <a:srgbClr val="3B7D23"/>
            </a:solidFill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Isosceles Triangle 134">
              <a:extLst>
                <a:ext uri="{FF2B5EF4-FFF2-40B4-BE49-F238E27FC236}">
                  <a16:creationId xmlns:a16="http://schemas.microsoft.com/office/drawing/2014/main" id="{37EDAB07-15A6-DFF6-0FF3-4C5381632B56}"/>
                </a:ext>
              </a:extLst>
            </p:cNvPr>
            <p:cNvSpPr/>
            <p:nvPr/>
          </p:nvSpPr>
          <p:spPr>
            <a:xfrm>
              <a:off x="5579194" y="1117336"/>
              <a:ext cx="342812" cy="358432"/>
            </a:xfrm>
            <a:prstGeom prst="triangle">
              <a:avLst/>
            </a:prstGeom>
            <a:solidFill>
              <a:srgbClr val="3B7D23"/>
            </a:solidFill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Arc 135">
              <a:extLst>
                <a:ext uri="{FF2B5EF4-FFF2-40B4-BE49-F238E27FC236}">
                  <a16:creationId xmlns:a16="http://schemas.microsoft.com/office/drawing/2014/main" id="{6B94A7D2-5D3B-213B-6280-40E79B45A596}"/>
                </a:ext>
              </a:extLst>
            </p:cNvPr>
            <p:cNvSpPr/>
            <p:nvPr/>
          </p:nvSpPr>
          <p:spPr>
            <a:xfrm rot="6979903">
              <a:off x="6066029" y="1310896"/>
              <a:ext cx="217029" cy="314740"/>
            </a:xfrm>
            <a:prstGeom prst="arc">
              <a:avLst/>
            </a:prstGeom>
            <a:ln>
              <a:solidFill>
                <a:srgbClr val="13511C"/>
              </a:solidFill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Arc 136">
              <a:extLst>
                <a:ext uri="{FF2B5EF4-FFF2-40B4-BE49-F238E27FC236}">
                  <a16:creationId xmlns:a16="http://schemas.microsoft.com/office/drawing/2014/main" id="{423676AE-BA4F-B46C-C181-258D88B04726}"/>
                </a:ext>
              </a:extLst>
            </p:cNvPr>
            <p:cNvSpPr/>
            <p:nvPr/>
          </p:nvSpPr>
          <p:spPr>
            <a:xfrm rot="8933903">
              <a:off x="5940620" y="1208348"/>
              <a:ext cx="217029" cy="314740"/>
            </a:xfrm>
            <a:prstGeom prst="arc">
              <a:avLst/>
            </a:prstGeom>
            <a:ln>
              <a:solidFill>
                <a:srgbClr val="13511C"/>
              </a:solidFill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Arc 137">
              <a:extLst>
                <a:ext uri="{FF2B5EF4-FFF2-40B4-BE49-F238E27FC236}">
                  <a16:creationId xmlns:a16="http://schemas.microsoft.com/office/drawing/2014/main" id="{9B4DFD52-8838-6B16-2E61-47A98C1AD095}"/>
                </a:ext>
              </a:extLst>
            </p:cNvPr>
            <p:cNvSpPr/>
            <p:nvPr/>
          </p:nvSpPr>
          <p:spPr>
            <a:xfrm rot="6381029">
              <a:off x="6107649" y="1161936"/>
              <a:ext cx="217029" cy="314740"/>
            </a:xfrm>
            <a:prstGeom prst="arc">
              <a:avLst/>
            </a:prstGeom>
            <a:ln>
              <a:solidFill>
                <a:srgbClr val="13511C"/>
              </a:solidFill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Arc 138">
              <a:extLst>
                <a:ext uri="{FF2B5EF4-FFF2-40B4-BE49-F238E27FC236}">
                  <a16:creationId xmlns:a16="http://schemas.microsoft.com/office/drawing/2014/main" id="{5FFD56F8-D08B-DCBF-ECAF-2220C573B6FA}"/>
                </a:ext>
              </a:extLst>
            </p:cNvPr>
            <p:cNvSpPr/>
            <p:nvPr/>
          </p:nvSpPr>
          <p:spPr>
            <a:xfrm rot="7281230">
              <a:off x="5944303" y="1044129"/>
              <a:ext cx="217029" cy="314740"/>
            </a:xfrm>
            <a:prstGeom prst="arc">
              <a:avLst/>
            </a:prstGeom>
            <a:ln>
              <a:solidFill>
                <a:srgbClr val="13511C"/>
              </a:solidFill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B1E92525-B7FC-92DB-71A2-E686E92DB4D0}"/>
              </a:ext>
            </a:extLst>
          </p:cNvPr>
          <p:cNvGrpSpPr>
            <a:grpSpLocks noChangeAspect="1"/>
          </p:cNvGrpSpPr>
          <p:nvPr/>
        </p:nvGrpSpPr>
        <p:grpSpPr>
          <a:xfrm>
            <a:off x="13637480" y="4966210"/>
            <a:ext cx="404380" cy="408623"/>
            <a:chOff x="1249601" y="1025135"/>
            <a:chExt cx="735013" cy="74272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41" name="Rectangle: Rounded Corners 140">
              <a:extLst>
                <a:ext uri="{FF2B5EF4-FFF2-40B4-BE49-F238E27FC236}">
                  <a16:creationId xmlns:a16="http://schemas.microsoft.com/office/drawing/2014/main" id="{7AB5A375-0DDE-B791-7194-72CDDB26712E}"/>
                </a:ext>
              </a:extLst>
            </p:cNvPr>
            <p:cNvSpPr/>
            <p:nvPr/>
          </p:nvSpPr>
          <p:spPr>
            <a:xfrm>
              <a:off x="1249601" y="1025135"/>
              <a:ext cx="735013" cy="306139"/>
            </a:xfrm>
            <a:prstGeom prst="roundRect">
              <a:avLst/>
            </a:prstGeom>
            <a:solidFill>
              <a:srgbClr val="4F423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Rectangle: Rounded Corners 90">
              <a:extLst>
                <a:ext uri="{FF2B5EF4-FFF2-40B4-BE49-F238E27FC236}">
                  <a16:creationId xmlns:a16="http://schemas.microsoft.com/office/drawing/2014/main" id="{34D8B99E-87AF-08DD-ED0E-56AD85F0D62D}"/>
                </a:ext>
              </a:extLst>
            </p:cNvPr>
            <p:cNvSpPr/>
            <p:nvPr/>
          </p:nvSpPr>
          <p:spPr>
            <a:xfrm>
              <a:off x="1249601" y="1247991"/>
              <a:ext cx="735013" cy="300162"/>
            </a:xfrm>
            <a:custGeom>
              <a:avLst/>
              <a:gdLst>
                <a:gd name="csX0" fmla="*/ 0 w 735013"/>
                <a:gd name="csY0" fmla="*/ 45047 h 300162"/>
                <a:gd name="csX1" fmla="*/ 122742 w 735013"/>
                <a:gd name="csY1" fmla="*/ 0 h 300162"/>
                <a:gd name="csX2" fmla="*/ 340140 w 735013"/>
                <a:gd name="csY2" fmla="*/ 13044 h 300162"/>
                <a:gd name="csX3" fmla="*/ 648129 w 735013"/>
                <a:gd name="csY3" fmla="*/ 17929 h 300162"/>
                <a:gd name="csX4" fmla="*/ 735013 w 735013"/>
                <a:gd name="csY4" fmla="*/ 45047 h 300162"/>
                <a:gd name="csX5" fmla="*/ 735013 w 735013"/>
                <a:gd name="csY5" fmla="*/ 249138 h 300162"/>
                <a:gd name="csX6" fmla="*/ 683989 w 735013"/>
                <a:gd name="csY6" fmla="*/ 300162 h 300162"/>
                <a:gd name="csX7" fmla="*/ 51024 w 735013"/>
                <a:gd name="csY7" fmla="*/ 300162 h 300162"/>
                <a:gd name="csX8" fmla="*/ 0 w 735013"/>
                <a:gd name="csY8" fmla="*/ 249138 h 300162"/>
                <a:gd name="csX9" fmla="*/ 0 w 735013"/>
                <a:gd name="csY9" fmla="*/ 45047 h 3001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735013" h="300162">
                  <a:moveTo>
                    <a:pt x="0" y="45047"/>
                  </a:moveTo>
                  <a:cubicBezTo>
                    <a:pt x="0" y="16867"/>
                    <a:pt x="94562" y="0"/>
                    <a:pt x="122742" y="0"/>
                  </a:cubicBezTo>
                  <a:cubicBezTo>
                    <a:pt x="172460" y="4627"/>
                    <a:pt x="254568" y="65835"/>
                    <a:pt x="340140" y="13044"/>
                  </a:cubicBezTo>
                  <a:cubicBezTo>
                    <a:pt x="472685" y="48539"/>
                    <a:pt x="527536" y="18293"/>
                    <a:pt x="648129" y="17929"/>
                  </a:cubicBezTo>
                  <a:cubicBezTo>
                    <a:pt x="713941" y="26251"/>
                    <a:pt x="725513" y="10497"/>
                    <a:pt x="735013" y="45047"/>
                  </a:cubicBezTo>
                  <a:lnTo>
                    <a:pt x="735013" y="249138"/>
                  </a:lnTo>
                  <a:cubicBezTo>
                    <a:pt x="735013" y="277318"/>
                    <a:pt x="712169" y="300162"/>
                    <a:pt x="683989" y="300162"/>
                  </a:cubicBezTo>
                  <a:lnTo>
                    <a:pt x="51024" y="300162"/>
                  </a:lnTo>
                  <a:cubicBezTo>
                    <a:pt x="22844" y="300162"/>
                    <a:pt x="0" y="277318"/>
                    <a:pt x="0" y="249138"/>
                  </a:cubicBezTo>
                  <a:lnTo>
                    <a:pt x="0" y="45047"/>
                  </a:lnTo>
                  <a:close/>
                </a:path>
              </a:pathLst>
            </a:custGeom>
            <a:solidFill>
              <a:srgbClr val="E2C19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3" name="Rectangle: Rounded Corners 92">
              <a:extLst>
                <a:ext uri="{FF2B5EF4-FFF2-40B4-BE49-F238E27FC236}">
                  <a16:creationId xmlns:a16="http://schemas.microsoft.com/office/drawing/2014/main" id="{332DDBAD-0417-3BEA-391D-9B1D27B1F183}"/>
                </a:ext>
              </a:extLst>
            </p:cNvPr>
            <p:cNvSpPr/>
            <p:nvPr/>
          </p:nvSpPr>
          <p:spPr>
            <a:xfrm>
              <a:off x="1249601" y="1455746"/>
              <a:ext cx="735013" cy="312115"/>
            </a:xfrm>
            <a:custGeom>
              <a:avLst/>
              <a:gdLst>
                <a:gd name="csX0" fmla="*/ 0 w 735013"/>
                <a:gd name="csY0" fmla="*/ 57000 h 312115"/>
                <a:gd name="csX1" fmla="*/ 152625 w 735013"/>
                <a:gd name="csY1" fmla="*/ 0 h 312115"/>
                <a:gd name="csX2" fmla="*/ 642154 w 735013"/>
                <a:gd name="csY2" fmla="*/ 41834 h 312115"/>
                <a:gd name="csX3" fmla="*/ 735013 w 735013"/>
                <a:gd name="csY3" fmla="*/ 57000 h 312115"/>
                <a:gd name="csX4" fmla="*/ 735013 w 735013"/>
                <a:gd name="csY4" fmla="*/ 261091 h 312115"/>
                <a:gd name="csX5" fmla="*/ 683989 w 735013"/>
                <a:gd name="csY5" fmla="*/ 312115 h 312115"/>
                <a:gd name="csX6" fmla="*/ 51024 w 735013"/>
                <a:gd name="csY6" fmla="*/ 312115 h 312115"/>
                <a:gd name="csX7" fmla="*/ 0 w 735013"/>
                <a:gd name="csY7" fmla="*/ 261091 h 312115"/>
                <a:gd name="csX8" fmla="*/ 0 w 735013"/>
                <a:gd name="csY8" fmla="*/ 57000 h 3121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35013" h="312115">
                  <a:moveTo>
                    <a:pt x="0" y="57000"/>
                  </a:moveTo>
                  <a:cubicBezTo>
                    <a:pt x="0" y="28820"/>
                    <a:pt x="124445" y="0"/>
                    <a:pt x="152625" y="0"/>
                  </a:cubicBezTo>
                  <a:cubicBezTo>
                    <a:pt x="363613" y="0"/>
                    <a:pt x="443119" y="5976"/>
                    <a:pt x="642154" y="41834"/>
                  </a:cubicBezTo>
                  <a:cubicBezTo>
                    <a:pt x="670334" y="41834"/>
                    <a:pt x="735013" y="28820"/>
                    <a:pt x="735013" y="57000"/>
                  </a:cubicBezTo>
                  <a:lnTo>
                    <a:pt x="735013" y="261091"/>
                  </a:lnTo>
                  <a:cubicBezTo>
                    <a:pt x="735013" y="289271"/>
                    <a:pt x="712169" y="312115"/>
                    <a:pt x="683989" y="312115"/>
                  </a:cubicBezTo>
                  <a:lnTo>
                    <a:pt x="51024" y="312115"/>
                  </a:lnTo>
                  <a:cubicBezTo>
                    <a:pt x="22844" y="312115"/>
                    <a:pt x="0" y="289271"/>
                    <a:pt x="0" y="261091"/>
                  </a:cubicBezTo>
                  <a:lnTo>
                    <a:pt x="0" y="57000"/>
                  </a:lnTo>
                  <a:close/>
                </a:path>
              </a:pathLst>
            </a:custGeom>
            <a:solidFill>
              <a:srgbClr val="8E6B4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3820B7A8-8C37-FF8C-3CD6-0D8CED254D8A}"/>
                </a:ext>
              </a:extLst>
            </p:cNvPr>
            <p:cNvSpPr/>
            <p:nvPr/>
          </p:nvSpPr>
          <p:spPr>
            <a:xfrm>
              <a:off x="1333037" y="1044956"/>
              <a:ext cx="119639" cy="579718"/>
            </a:xfrm>
            <a:custGeom>
              <a:avLst/>
              <a:gdLst>
                <a:gd name="csX0" fmla="*/ 119639 w 119639"/>
                <a:gd name="csY0" fmla="*/ 0 h 579718"/>
                <a:gd name="csX1" fmla="*/ 107687 w 119639"/>
                <a:gd name="csY1" fmla="*/ 119530 h 579718"/>
                <a:gd name="csX2" fmla="*/ 83781 w 119639"/>
                <a:gd name="csY2" fmla="*/ 143436 h 579718"/>
                <a:gd name="csX3" fmla="*/ 65851 w 119639"/>
                <a:gd name="csY3" fmla="*/ 191247 h 579718"/>
                <a:gd name="csX4" fmla="*/ 47922 w 119639"/>
                <a:gd name="csY4" fmla="*/ 310777 h 579718"/>
                <a:gd name="csX5" fmla="*/ 35969 w 119639"/>
                <a:gd name="csY5" fmla="*/ 328706 h 579718"/>
                <a:gd name="csX6" fmla="*/ 6087 w 119639"/>
                <a:gd name="csY6" fmla="*/ 376518 h 579718"/>
                <a:gd name="csX7" fmla="*/ 110 w 119639"/>
                <a:gd name="csY7" fmla="*/ 400424 h 579718"/>
                <a:gd name="csX8" fmla="*/ 12063 w 119639"/>
                <a:gd name="csY8" fmla="*/ 430306 h 579718"/>
                <a:gd name="csX9" fmla="*/ 29992 w 119639"/>
                <a:gd name="csY9" fmla="*/ 496047 h 579718"/>
                <a:gd name="csX10" fmla="*/ 18039 w 119639"/>
                <a:gd name="csY10" fmla="*/ 579718 h 5797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19639" h="579718">
                  <a:moveTo>
                    <a:pt x="119639" y="0"/>
                  </a:moveTo>
                  <a:cubicBezTo>
                    <a:pt x="115655" y="39843"/>
                    <a:pt x="117398" y="80683"/>
                    <a:pt x="107687" y="119530"/>
                  </a:cubicBezTo>
                  <a:cubicBezTo>
                    <a:pt x="104954" y="130463"/>
                    <a:pt x="90032" y="134059"/>
                    <a:pt x="83781" y="143436"/>
                  </a:cubicBezTo>
                  <a:cubicBezTo>
                    <a:pt x="79019" y="150580"/>
                    <a:pt x="69625" y="179928"/>
                    <a:pt x="65851" y="191247"/>
                  </a:cubicBezTo>
                  <a:cubicBezTo>
                    <a:pt x="61639" y="254432"/>
                    <a:pt x="70110" y="266401"/>
                    <a:pt x="47922" y="310777"/>
                  </a:cubicBezTo>
                  <a:cubicBezTo>
                    <a:pt x="44710" y="317201"/>
                    <a:pt x="39825" y="322646"/>
                    <a:pt x="35969" y="328706"/>
                  </a:cubicBezTo>
                  <a:cubicBezTo>
                    <a:pt x="25879" y="344562"/>
                    <a:pt x="6087" y="376518"/>
                    <a:pt x="6087" y="376518"/>
                  </a:cubicBezTo>
                  <a:cubicBezTo>
                    <a:pt x="4095" y="384487"/>
                    <a:pt x="-797" y="392260"/>
                    <a:pt x="110" y="400424"/>
                  </a:cubicBezTo>
                  <a:cubicBezTo>
                    <a:pt x="1295" y="411086"/>
                    <a:pt x="8671" y="420129"/>
                    <a:pt x="12063" y="430306"/>
                  </a:cubicBezTo>
                  <a:cubicBezTo>
                    <a:pt x="19168" y="451622"/>
                    <a:pt x="24522" y="474165"/>
                    <a:pt x="29992" y="496047"/>
                  </a:cubicBezTo>
                  <a:cubicBezTo>
                    <a:pt x="17736" y="575711"/>
                    <a:pt x="18039" y="547539"/>
                    <a:pt x="18039" y="579718"/>
                  </a:cubicBezTo>
                </a:path>
              </a:pathLst>
            </a:custGeom>
            <a:noFill/>
            <a:ln>
              <a:solidFill>
                <a:srgbClr val="3E332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2A4B27B4-D889-F2AC-9BF4-D70E8062A320}"/>
                </a:ext>
              </a:extLst>
            </p:cNvPr>
            <p:cNvSpPr/>
            <p:nvPr/>
          </p:nvSpPr>
          <p:spPr>
            <a:xfrm rot="20484588">
              <a:off x="1433952" y="1048122"/>
              <a:ext cx="119639" cy="579718"/>
            </a:xfrm>
            <a:custGeom>
              <a:avLst/>
              <a:gdLst>
                <a:gd name="csX0" fmla="*/ 119639 w 119639"/>
                <a:gd name="csY0" fmla="*/ 0 h 579718"/>
                <a:gd name="csX1" fmla="*/ 107687 w 119639"/>
                <a:gd name="csY1" fmla="*/ 119530 h 579718"/>
                <a:gd name="csX2" fmla="*/ 83781 w 119639"/>
                <a:gd name="csY2" fmla="*/ 143436 h 579718"/>
                <a:gd name="csX3" fmla="*/ 65851 w 119639"/>
                <a:gd name="csY3" fmla="*/ 191247 h 579718"/>
                <a:gd name="csX4" fmla="*/ 47922 w 119639"/>
                <a:gd name="csY4" fmla="*/ 310777 h 579718"/>
                <a:gd name="csX5" fmla="*/ 35969 w 119639"/>
                <a:gd name="csY5" fmla="*/ 328706 h 579718"/>
                <a:gd name="csX6" fmla="*/ 6087 w 119639"/>
                <a:gd name="csY6" fmla="*/ 376518 h 579718"/>
                <a:gd name="csX7" fmla="*/ 110 w 119639"/>
                <a:gd name="csY7" fmla="*/ 400424 h 579718"/>
                <a:gd name="csX8" fmla="*/ 12063 w 119639"/>
                <a:gd name="csY8" fmla="*/ 430306 h 579718"/>
                <a:gd name="csX9" fmla="*/ 29992 w 119639"/>
                <a:gd name="csY9" fmla="*/ 496047 h 579718"/>
                <a:gd name="csX10" fmla="*/ 18039 w 119639"/>
                <a:gd name="csY10" fmla="*/ 579718 h 5797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19639" h="579718">
                  <a:moveTo>
                    <a:pt x="119639" y="0"/>
                  </a:moveTo>
                  <a:cubicBezTo>
                    <a:pt x="115655" y="39843"/>
                    <a:pt x="117398" y="80683"/>
                    <a:pt x="107687" y="119530"/>
                  </a:cubicBezTo>
                  <a:cubicBezTo>
                    <a:pt x="104954" y="130463"/>
                    <a:pt x="90032" y="134059"/>
                    <a:pt x="83781" y="143436"/>
                  </a:cubicBezTo>
                  <a:cubicBezTo>
                    <a:pt x="79019" y="150580"/>
                    <a:pt x="69625" y="179928"/>
                    <a:pt x="65851" y="191247"/>
                  </a:cubicBezTo>
                  <a:cubicBezTo>
                    <a:pt x="61639" y="254432"/>
                    <a:pt x="70110" y="266401"/>
                    <a:pt x="47922" y="310777"/>
                  </a:cubicBezTo>
                  <a:cubicBezTo>
                    <a:pt x="44710" y="317201"/>
                    <a:pt x="39825" y="322646"/>
                    <a:pt x="35969" y="328706"/>
                  </a:cubicBezTo>
                  <a:cubicBezTo>
                    <a:pt x="25879" y="344562"/>
                    <a:pt x="6087" y="376518"/>
                    <a:pt x="6087" y="376518"/>
                  </a:cubicBezTo>
                  <a:cubicBezTo>
                    <a:pt x="4095" y="384487"/>
                    <a:pt x="-797" y="392260"/>
                    <a:pt x="110" y="400424"/>
                  </a:cubicBezTo>
                  <a:cubicBezTo>
                    <a:pt x="1295" y="411086"/>
                    <a:pt x="8671" y="420129"/>
                    <a:pt x="12063" y="430306"/>
                  </a:cubicBezTo>
                  <a:cubicBezTo>
                    <a:pt x="19168" y="451622"/>
                    <a:pt x="24522" y="474165"/>
                    <a:pt x="29992" y="496047"/>
                  </a:cubicBezTo>
                  <a:cubicBezTo>
                    <a:pt x="17736" y="575711"/>
                    <a:pt x="18039" y="547539"/>
                    <a:pt x="18039" y="579718"/>
                  </a:cubicBezTo>
                </a:path>
              </a:pathLst>
            </a:custGeom>
            <a:noFill/>
            <a:ln>
              <a:solidFill>
                <a:srgbClr val="3E332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18D3F10B-4006-75DC-CC8C-B5D1F28B94AF}"/>
                </a:ext>
              </a:extLst>
            </p:cNvPr>
            <p:cNvSpPr/>
            <p:nvPr/>
          </p:nvSpPr>
          <p:spPr>
            <a:xfrm rot="438870">
              <a:off x="1399166" y="1252944"/>
              <a:ext cx="80831" cy="309984"/>
            </a:xfrm>
            <a:custGeom>
              <a:avLst/>
              <a:gdLst>
                <a:gd name="csX0" fmla="*/ 119639 w 119639"/>
                <a:gd name="csY0" fmla="*/ 0 h 579718"/>
                <a:gd name="csX1" fmla="*/ 107687 w 119639"/>
                <a:gd name="csY1" fmla="*/ 119530 h 579718"/>
                <a:gd name="csX2" fmla="*/ 83781 w 119639"/>
                <a:gd name="csY2" fmla="*/ 143436 h 579718"/>
                <a:gd name="csX3" fmla="*/ 65851 w 119639"/>
                <a:gd name="csY3" fmla="*/ 191247 h 579718"/>
                <a:gd name="csX4" fmla="*/ 47922 w 119639"/>
                <a:gd name="csY4" fmla="*/ 310777 h 579718"/>
                <a:gd name="csX5" fmla="*/ 35969 w 119639"/>
                <a:gd name="csY5" fmla="*/ 328706 h 579718"/>
                <a:gd name="csX6" fmla="*/ 6087 w 119639"/>
                <a:gd name="csY6" fmla="*/ 376518 h 579718"/>
                <a:gd name="csX7" fmla="*/ 110 w 119639"/>
                <a:gd name="csY7" fmla="*/ 400424 h 579718"/>
                <a:gd name="csX8" fmla="*/ 12063 w 119639"/>
                <a:gd name="csY8" fmla="*/ 430306 h 579718"/>
                <a:gd name="csX9" fmla="*/ 29992 w 119639"/>
                <a:gd name="csY9" fmla="*/ 496047 h 579718"/>
                <a:gd name="csX10" fmla="*/ 18039 w 119639"/>
                <a:gd name="csY10" fmla="*/ 579718 h 5797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19639" h="579718">
                  <a:moveTo>
                    <a:pt x="119639" y="0"/>
                  </a:moveTo>
                  <a:cubicBezTo>
                    <a:pt x="115655" y="39843"/>
                    <a:pt x="117398" y="80683"/>
                    <a:pt x="107687" y="119530"/>
                  </a:cubicBezTo>
                  <a:cubicBezTo>
                    <a:pt x="104954" y="130463"/>
                    <a:pt x="90032" y="134059"/>
                    <a:pt x="83781" y="143436"/>
                  </a:cubicBezTo>
                  <a:cubicBezTo>
                    <a:pt x="79019" y="150580"/>
                    <a:pt x="69625" y="179928"/>
                    <a:pt x="65851" y="191247"/>
                  </a:cubicBezTo>
                  <a:cubicBezTo>
                    <a:pt x="61639" y="254432"/>
                    <a:pt x="70110" y="266401"/>
                    <a:pt x="47922" y="310777"/>
                  </a:cubicBezTo>
                  <a:cubicBezTo>
                    <a:pt x="44710" y="317201"/>
                    <a:pt x="39825" y="322646"/>
                    <a:pt x="35969" y="328706"/>
                  </a:cubicBezTo>
                  <a:cubicBezTo>
                    <a:pt x="25879" y="344562"/>
                    <a:pt x="6087" y="376518"/>
                    <a:pt x="6087" y="376518"/>
                  </a:cubicBezTo>
                  <a:cubicBezTo>
                    <a:pt x="4095" y="384487"/>
                    <a:pt x="-797" y="392260"/>
                    <a:pt x="110" y="400424"/>
                  </a:cubicBezTo>
                  <a:cubicBezTo>
                    <a:pt x="1295" y="411086"/>
                    <a:pt x="8671" y="420129"/>
                    <a:pt x="12063" y="430306"/>
                  </a:cubicBezTo>
                  <a:cubicBezTo>
                    <a:pt x="19168" y="451622"/>
                    <a:pt x="24522" y="474165"/>
                    <a:pt x="29992" y="496047"/>
                  </a:cubicBezTo>
                  <a:cubicBezTo>
                    <a:pt x="17736" y="575711"/>
                    <a:pt x="18039" y="547539"/>
                    <a:pt x="18039" y="579718"/>
                  </a:cubicBezTo>
                </a:path>
              </a:pathLst>
            </a:custGeom>
            <a:noFill/>
            <a:ln>
              <a:solidFill>
                <a:srgbClr val="3E332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CCBEF695-2C58-615B-E03F-2DDA6D13767D}"/>
                </a:ext>
              </a:extLst>
            </p:cNvPr>
            <p:cNvSpPr/>
            <p:nvPr/>
          </p:nvSpPr>
          <p:spPr>
            <a:xfrm>
              <a:off x="1798727" y="1362635"/>
              <a:ext cx="66355" cy="71718"/>
            </a:xfrm>
            <a:custGeom>
              <a:avLst/>
              <a:gdLst>
                <a:gd name="csX0" fmla="*/ 12144 w 66355"/>
                <a:gd name="csY0" fmla="*/ 0 h 71718"/>
                <a:gd name="csX1" fmla="*/ 12144 w 66355"/>
                <a:gd name="csY1" fmla="*/ 0 h 71718"/>
                <a:gd name="csX2" fmla="*/ 191 w 66355"/>
                <a:gd name="csY2" fmla="*/ 53789 h 71718"/>
                <a:gd name="csX3" fmla="*/ 18120 w 66355"/>
                <a:gd name="csY3" fmla="*/ 65741 h 71718"/>
                <a:gd name="csX4" fmla="*/ 53979 w 66355"/>
                <a:gd name="csY4" fmla="*/ 71718 h 71718"/>
                <a:gd name="csX5" fmla="*/ 65932 w 66355"/>
                <a:gd name="csY5" fmla="*/ 47812 h 71718"/>
                <a:gd name="csX6" fmla="*/ 36049 w 66355"/>
                <a:gd name="csY6" fmla="*/ 23906 h 71718"/>
                <a:gd name="csX7" fmla="*/ 12144 w 66355"/>
                <a:gd name="csY7" fmla="*/ 0 h 717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66355" h="71718">
                  <a:moveTo>
                    <a:pt x="12144" y="0"/>
                  </a:moveTo>
                  <a:lnTo>
                    <a:pt x="12144" y="0"/>
                  </a:lnTo>
                  <a:cubicBezTo>
                    <a:pt x="8160" y="17930"/>
                    <a:pt x="-1472" y="35497"/>
                    <a:pt x="191" y="53789"/>
                  </a:cubicBezTo>
                  <a:cubicBezTo>
                    <a:pt x="841" y="60942"/>
                    <a:pt x="11306" y="63470"/>
                    <a:pt x="18120" y="65741"/>
                  </a:cubicBezTo>
                  <a:cubicBezTo>
                    <a:pt x="29616" y="69573"/>
                    <a:pt x="42026" y="69726"/>
                    <a:pt x="53979" y="71718"/>
                  </a:cubicBezTo>
                  <a:cubicBezTo>
                    <a:pt x="57963" y="63749"/>
                    <a:pt x="64672" y="56632"/>
                    <a:pt x="65932" y="47812"/>
                  </a:cubicBezTo>
                  <a:cubicBezTo>
                    <a:pt x="69453" y="23164"/>
                    <a:pt x="50295" y="30012"/>
                    <a:pt x="36049" y="23906"/>
                  </a:cubicBezTo>
                  <a:cubicBezTo>
                    <a:pt x="29447" y="21076"/>
                    <a:pt x="16128" y="3984"/>
                    <a:pt x="12144" y="0"/>
                  </a:cubicBezTo>
                  <a:close/>
                </a:path>
              </a:pathLst>
            </a:custGeom>
            <a:solidFill>
              <a:srgbClr val="8E6B4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2272AAC-124D-D056-C437-9147276760CE}"/>
                </a:ext>
              </a:extLst>
            </p:cNvPr>
            <p:cNvSpPr/>
            <p:nvPr/>
          </p:nvSpPr>
          <p:spPr>
            <a:xfrm rot="11763267">
              <a:off x="1555604" y="1336253"/>
              <a:ext cx="66355" cy="71718"/>
            </a:xfrm>
            <a:custGeom>
              <a:avLst/>
              <a:gdLst>
                <a:gd name="csX0" fmla="*/ 12144 w 66355"/>
                <a:gd name="csY0" fmla="*/ 0 h 71718"/>
                <a:gd name="csX1" fmla="*/ 12144 w 66355"/>
                <a:gd name="csY1" fmla="*/ 0 h 71718"/>
                <a:gd name="csX2" fmla="*/ 191 w 66355"/>
                <a:gd name="csY2" fmla="*/ 53789 h 71718"/>
                <a:gd name="csX3" fmla="*/ 18120 w 66355"/>
                <a:gd name="csY3" fmla="*/ 65741 h 71718"/>
                <a:gd name="csX4" fmla="*/ 53979 w 66355"/>
                <a:gd name="csY4" fmla="*/ 71718 h 71718"/>
                <a:gd name="csX5" fmla="*/ 65932 w 66355"/>
                <a:gd name="csY5" fmla="*/ 47812 h 71718"/>
                <a:gd name="csX6" fmla="*/ 36049 w 66355"/>
                <a:gd name="csY6" fmla="*/ 23906 h 71718"/>
                <a:gd name="csX7" fmla="*/ 12144 w 66355"/>
                <a:gd name="csY7" fmla="*/ 0 h 717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66355" h="71718">
                  <a:moveTo>
                    <a:pt x="12144" y="0"/>
                  </a:moveTo>
                  <a:lnTo>
                    <a:pt x="12144" y="0"/>
                  </a:lnTo>
                  <a:cubicBezTo>
                    <a:pt x="8160" y="17930"/>
                    <a:pt x="-1472" y="35497"/>
                    <a:pt x="191" y="53789"/>
                  </a:cubicBezTo>
                  <a:cubicBezTo>
                    <a:pt x="841" y="60942"/>
                    <a:pt x="11306" y="63470"/>
                    <a:pt x="18120" y="65741"/>
                  </a:cubicBezTo>
                  <a:cubicBezTo>
                    <a:pt x="29616" y="69573"/>
                    <a:pt x="42026" y="69726"/>
                    <a:pt x="53979" y="71718"/>
                  </a:cubicBezTo>
                  <a:cubicBezTo>
                    <a:pt x="57963" y="63749"/>
                    <a:pt x="64672" y="56632"/>
                    <a:pt x="65932" y="47812"/>
                  </a:cubicBezTo>
                  <a:cubicBezTo>
                    <a:pt x="69453" y="23164"/>
                    <a:pt x="50295" y="30012"/>
                    <a:pt x="36049" y="23906"/>
                  </a:cubicBezTo>
                  <a:cubicBezTo>
                    <a:pt x="29447" y="21076"/>
                    <a:pt x="16128" y="3984"/>
                    <a:pt x="12144" y="0"/>
                  </a:cubicBezTo>
                  <a:close/>
                </a:path>
              </a:pathLst>
            </a:custGeom>
            <a:solidFill>
              <a:srgbClr val="8E6B4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D6299802-EC1B-828D-72A5-04411A889F5F}"/>
                </a:ext>
              </a:extLst>
            </p:cNvPr>
            <p:cNvSpPr/>
            <p:nvPr/>
          </p:nvSpPr>
          <p:spPr>
            <a:xfrm rot="11763267">
              <a:off x="1722303" y="1112471"/>
              <a:ext cx="66355" cy="71718"/>
            </a:xfrm>
            <a:custGeom>
              <a:avLst/>
              <a:gdLst>
                <a:gd name="csX0" fmla="*/ 12144 w 66355"/>
                <a:gd name="csY0" fmla="*/ 0 h 71718"/>
                <a:gd name="csX1" fmla="*/ 12144 w 66355"/>
                <a:gd name="csY1" fmla="*/ 0 h 71718"/>
                <a:gd name="csX2" fmla="*/ 191 w 66355"/>
                <a:gd name="csY2" fmla="*/ 53789 h 71718"/>
                <a:gd name="csX3" fmla="*/ 18120 w 66355"/>
                <a:gd name="csY3" fmla="*/ 65741 h 71718"/>
                <a:gd name="csX4" fmla="*/ 53979 w 66355"/>
                <a:gd name="csY4" fmla="*/ 71718 h 71718"/>
                <a:gd name="csX5" fmla="*/ 65932 w 66355"/>
                <a:gd name="csY5" fmla="*/ 47812 h 71718"/>
                <a:gd name="csX6" fmla="*/ 36049 w 66355"/>
                <a:gd name="csY6" fmla="*/ 23906 h 71718"/>
                <a:gd name="csX7" fmla="*/ 12144 w 66355"/>
                <a:gd name="csY7" fmla="*/ 0 h 717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66355" h="71718">
                  <a:moveTo>
                    <a:pt x="12144" y="0"/>
                  </a:moveTo>
                  <a:lnTo>
                    <a:pt x="12144" y="0"/>
                  </a:lnTo>
                  <a:cubicBezTo>
                    <a:pt x="8160" y="17930"/>
                    <a:pt x="-1472" y="35497"/>
                    <a:pt x="191" y="53789"/>
                  </a:cubicBezTo>
                  <a:cubicBezTo>
                    <a:pt x="841" y="60942"/>
                    <a:pt x="11306" y="63470"/>
                    <a:pt x="18120" y="65741"/>
                  </a:cubicBezTo>
                  <a:cubicBezTo>
                    <a:pt x="29616" y="69573"/>
                    <a:pt x="42026" y="69726"/>
                    <a:pt x="53979" y="71718"/>
                  </a:cubicBezTo>
                  <a:cubicBezTo>
                    <a:pt x="57963" y="63749"/>
                    <a:pt x="64672" y="56632"/>
                    <a:pt x="65932" y="47812"/>
                  </a:cubicBezTo>
                  <a:cubicBezTo>
                    <a:pt x="69453" y="23164"/>
                    <a:pt x="50295" y="30012"/>
                    <a:pt x="36049" y="23906"/>
                  </a:cubicBezTo>
                  <a:cubicBezTo>
                    <a:pt x="29447" y="21076"/>
                    <a:pt x="16128" y="3984"/>
                    <a:pt x="12144" y="0"/>
                  </a:cubicBezTo>
                  <a:close/>
                </a:path>
              </a:pathLst>
            </a:custGeom>
            <a:solidFill>
              <a:srgbClr val="E2C19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2BB48BD1-0A79-AEB7-294C-6C6EE953DD58}"/>
              </a:ext>
            </a:extLst>
          </p:cNvPr>
          <p:cNvGrpSpPr>
            <a:grpSpLocks noChangeAspect="1"/>
          </p:cNvGrpSpPr>
          <p:nvPr/>
        </p:nvGrpSpPr>
        <p:grpSpPr>
          <a:xfrm>
            <a:off x="14955687" y="6728818"/>
            <a:ext cx="404380" cy="408623"/>
            <a:chOff x="1249601" y="1025135"/>
            <a:chExt cx="735013" cy="74272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51" name="Rectangle: Rounded Corners 150">
              <a:extLst>
                <a:ext uri="{FF2B5EF4-FFF2-40B4-BE49-F238E27FC236}">
                  <a16:creationId xmlns:a16="http://schemas.microsoft.com/office/drawing/2014/main" id="{F672DAA2-9114-62C3-8C13-5340DE08FB7F}"/>
                </a:ext>
              </a:extLst>
            </p:cNvPr>
            <p:cNvSpPr/>
            <p:nvPr/>
          </p:nvSpPr>
          <p:spPr>
            <a:xfrm>
              <a:off x="1249601" y="1025135"/>
              <a:ext cx="735013" cy="306139"/>
            </a:xfrm>
            <a:prstGeom prst="roundRect">
              <a:avLst/>
            </a:prstGeom>
            <a:solidFill>
              <a:srgbClr val="4F423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Rectangle: Rounded Corners 90">
              <a:extLst>
                <a:ext uri="{FF2B5EF4-FFF2-40B4-BE49-F238E27FC236}">
                  <a16:creationId xmlns:a16="http://schemas.microsoft.com/office/drawing/2014/main" id="{4A8917FA-9BE3-BD69-E0B3-601860EB5019}"/>
                </a:ext>
              </a:extLst>
            </p:cNvPr>
            <p:cNvSpPr/>
            <p:nvPr/>
          </p:nvSpPr>
          <p:spPr>
            <a:xfrm>
              <a:off x="1249601" y="1247991"/>
              <a:ext cx="735013" cy="300162"/>
            </a:xfrm>
            <a:custGeom>
              <a:avLst/>
              <a:gdLst>
                <a:gd name="csX0" fmla="*/ 0 w 735013"/>
                <a:gd name="csY0" fmla="*/ 45047 h 300162"/>
                <a:gd name="csX1" fmla="*/ 122742 w 735013"/>
                <a:gd name="csY1" fmla="*/ 0 h 300162"/>
                <a:gd name="csX2" fmla="*/ 340140 w 735013"/>
                <a:gd name="csY2" fmla="*/ 13044 h 300162"/>
                <a:gd name="csX3" fmla="*/ 648129 w 735013"/>
                <a:gd name="csY3" fmla="*/ 17929 h 300162"/>
                <a:gd name="csX4" fmla="*/ 735013 w 735013"/>
                <a:gd name="csY4" fmla="*/ 45047 h 300162"/>
                <a:gd name="csX5" fmla="*/ 735013 w 735013"/>
                <a:gd name="csY5" fmla="*/ 249138 h 300162"/>
                <a:gd name="csX6" fmla="*/ 683989 w 735013"/>
                <a:gd name="csY6" fmla="*/ 300162 h 300162"/>
                <a:gd name="csX7" fmla="*/ 51024 w 735013"/>
                <a:gd name="csY7" fmla="*/ 300162 h 300162"/>
                <a:gd name="csX8" fmla="*/ 0 w 735013"/>
                <a:gd name="csY8" fmla="*/ 249138 h 300162"/>
                <a:gd name="csX9" fmla="*/ 0 w 735013"/>
                <a:gd name="csY9" fmla="*/ 45047 h 3001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735013" h="300162">
                  <a:moveTo>
                    <a:pt x="0" y="45047"/>
                  </a:moveTo>
                  <a:cubicBezTo>
                    <a:pt x="0" y="16867"/>
                    <a:pt x="94562" y="0"/>
                    <a:pt x="122742" y="0"/>
                  </a:cubicBezTo>
                  <a:cubicBezTo>
                    <a:pt x="172460" y="4627"/>
                    <a:pt x="254568" y="65835"/>
                    <a:pt x="340140" y="13044"/>
                  </a:cubicBezTo>
                  <a:cubicBezTo>
                    <a:pt x="472685" y="48539"/>
                    <a:pt x="527536" y="18293"/>
                    <a:pt x="648129" y="17929"/>
                  </a:cubicBezTo>
                  <a:cubicBezTo>
                    <a:pt x="713941" y="26251"/>
                    <a:pt x="725513" y="10497"/>
                    <a:pt x="735013" y="45047"/>
                  </a:cubicBezTo>
                  <a:lnTo>
                    <a:pt x="735013" y="249138"/>
                  </a:lnTo>
                  <a:cubicBezTo>
                    <a:pt x="735013" y="277318"/>
                    <a:pt x="712169" y="300162"/>
                    <a:pt x="683989" y="300162"/>
                  </a:cubicBezTo>
                  <a:lnTo>
                    <a:pt x="51024" y="300162"/>
                  </a:lnTo>
                  <a:cubicBezTo>
                    <a:pt x="22844" y="300162"/>
                    <a:pt x="0" y="277318"/>
                    <a:pt x="0" y="249138"/>
                  </a:cubicBezTo>
                  <a:lnTo>
                    <a:pt x="0" y="45047"/>
                  </a:lnTo>
                  <a:close/>
                </a:path>
              </a:pathLst>
            </a:custGeom>
            <a:solidFill>
              <a:srgbClr val="E2C19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3" name="Rectangle: Rounded Corners 92">
              <a:extLst>
                <a:ext uri="{FF2B5EF4-FFF2-40B4-BE49-F238E27FC236}">
                  <a16:creationId xmlns:a16="http://schemas.microsoft.com/office/drawing/2014/main" id="{FC480D20-9F04-3824-9F3F-D23401DAD53F}"/>
                </a:ext>
              </a:extLst>
            </p:cNvPr>
            <p:cNvSpPr/>
            <p:nvPr/>
          </p:nvSpPr>
          <p:spPr>
            <a:xfrm>
              <a:off x="1249601" y="1455746"/>
              <a:ext cx="735013" cy="312115"/>
            </a:xfrm>
            <a:custGeom>
              <a:avLst/>
              <a:gdLst>
                <a:gd name="csX0" fmla="*/ 0 w 735013"/>
                <a:gd name="csY0" fmla="*/ 57000 h 312115"/>
                <a:gd name="csX1" fmla="*/ 152625 w 735013"/>
                <a:gd name="csY1" fmla="*/ 0 h 312115"/>
                <a:gd name="csX2" fmla="*/ 642154 w 735013"/>
                <a:gd name="csY2" fmla="*/ 41834 h 312115"/>
                <a:gd name="csX3" fmla="*/ 735013 w 735013"/>
                <a:gd name="csY3" fmla="*/ 57000 h 312115"/>
                <a:gd name="csX4" fmla="*/ 735013 w 735013"/>
                <a:gd name="csY4" fmla="*/ 261091 h 312115"/>
                <a:gd name="csX5" fmla="*/ 683989 w 735013"/>
                <a:gd name="csY5" fmla="*/ 312115 h 312115"/>
                <a:gd name="csX6" fmla="*/ 51024 w 735013"/>
                <a:gd name="csY6" fmla="*/ 312115 h 312115"/>
                <a:gd name="csX7" fmla="*/ 0 w 735013"/>
                <a:gd name="csY7" fmla="*/ 261091 h 312115"/>
                <a:gd name="csX8" fmla="*/ 0 w 735013"/>
                <a:gd name="csY8" fmla="*/ 57000 h 3121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35013" h="312115">
                  <a:moveTo>
                    <a:pt x="0" y="57000"/>
                  </a:moveTo>
                  <a:cubicBezTo>
                    <a:pt x="0" y="28820"/>
                    <a:pt x="124445" y="0"/>
                    <a:pt x="152625" y="0"/>
                  </a:cubicBezTo>
                  <a:cubicBezTo>
                    <a:pt x="363613" y="0"/>
                    <a:pt x="443119" y="5976"/>
                    <a:pt x="642154" y="41834"/>
                  </a:cubicBezTo>
                  <a:cubicBezTo>
                    <a:pt x="670334" y="41834"/>
                    <a:pt x="735013" y="28820"/>
                    <a:pt x="735013" y="57000"/>
                  </a:cubicBezTo>
                  <a:lnTo>
                    <a:pt x="735013" y="261091"/>
                  </a:lnTo>
                  <a:cubicBezTo>
                    <a:pt x="735013" y="289271"/>
                    <a:pt x="712169" y="312115"/>
                    <a:pt x="683989" y="312115"/>
                  </a:cubicBezTo>
                  <a:lnTo>
                    <a:pt x="51024" y="312115"/>
                  </a:lnTo>
                  <a:cubicBezTo>
                    <a:pt x="22844" y="312115"/>
                    <a:pt x="0" y="289271"/>
                    <a:pt x="0" y="261091"/>
                  </a:cubicBezTo>
                  <a:lnTo>
                    <a:pt x="0" y="57000"/>
                  </a:lnTo>
                  <a:close/>
                </a:path>
              </a:pathLst>
            </a:custGeom>
            <a:solidFill>
              <a:srgbClr val="8E6B4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5254992A-AE80-8F17-6431-AE3A1B38811E}"/>
                </a:ext>
              </a:extLst>
            </p:cNvPr>
            <p:cNvSpPr/>
            <p:nvPr/>
          </p:nvSpPr>
          <p:spPr>
            <a:xfrm>
              <a:off x="1333037" y="1044956"/>
              <a:ext cx="119639" cy="579718"/>
            </a:xfrm>
            <a:custGeom>
              <a:avLst/>
              <a:gdLst>
                <a:gd name="csX0" fmla="*/ 119639 w 119639"/>
                <a:gd name="csY0" fmla="*/ 0 h 579718"/>
                <a:gd name="csX1" fmla="*/ 107687 w 119639"/>
                <a:gd name="csY1" fmla="*/ 119530 h 579718"/>
                <a:gd name="csX2" fmla="*/ 83781 w 119639"/>
                <a:gd name="csY2" fmla="*/ 143436 h 579718"/>
                <a:gd name="csX3" fmla="*/ 65851 w 119639"/>
                <a:gd name="csY3" fmla="*/ 191247 h 579718"/>
                <a:gd name="csX4" fmla="*/ 47922 w 119639"/>
                <a:gd name="csY4" fmla="*/ 310777 h 579718"/>
                <a:gd name="csX5" fmla="*/ 35969 w 119639"/>
                <a:gd name="csY5" fmla="*/ 328706 h 579718"/>
                <a:gd name="csX6" fmla="*/ 6087 w 119639"/>
                <a:gd name="csY6" fmla="*/ 376518 h 579718"/>
                <a:gd name="csX7" fmla="*/ 110 w 119639"/>
                <a:gd name="csY7" fmla="*/ 400424 h 579718"/>
                <a:gd name="csX8" fmla="*/ 12063 w 119639"/>
                <a:gd name="csY8" fmla="*/ 430306 h 579718"/>
                <a:gd name="csX9" fmla="*/ 29992 w 119639"/>
                <a:gd name="csY9" fmla="*/ 496047 h 579718"/>
                <a:gd name="csX10" fmla="*/ 18039 w 119639"/>
                <a:gd name="csY10" fmla="*/ 579718 h 5797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19639" h="579718">
                  <a:moveTo>
                    <a:pt x="119639" y="0"/>
                  </a:moveTo>
                  <a:cubicBezTo>
                    <a:pt x="115655" y="39843"/>
                    <a:pt x="117398" y="80683"/>
                    <a:pt x="107687" y="119530"/>
                  </a:cubicBezTo>
                  <a:cubicBezTo>
                    <a:pt x="104954" y="130463"/>
                    <a:pt x="90032" y="134059"/>
                    <a:pt x="83781" y="143436"/>
                  </a:cubicBezTo>
                  <a:cubicBezTo>
                    <a:pt x="79019" y="150580"/>
                    <a:pt x="69625" y="179928"/>
                    <a:pt x="65851" y="191247"/>
                  </a:cubicBezTo>
                  <a:cubicBezTo>
                    <a:pt x="61639" y="254432"/>
                    <a:pt x="70110" y="266401"/>
                    <a:pt x="47922" y="310777"/>
                  </a:cubicBezTo>
                  <a:cubicBezTo>
                    <a:pt x="44710" y="317201"/>
                    <a:pt x="39825" y="322646"/>
                    <a:pt x="35969" y="328706"/>
                  </a:cubicBezTo>
                  <a:cubicBezTo>
                    <a:pt x="25879" y="344562"/>
                    <a:pt x="6087" y="376518"/>
                    <a:pt x="6087" y="376518"/>
                  </a:cubicBezTo>
                  <a:cubicBezTo>
                    <a:pt x="4095" y="384487"/>
                    <a:pt x="-797" y="392260"/>
                    <a:pt x="110" y="400424"/>
                  </a:cubicBezTo>
                  <a:cubicBezTo>
                    <a:pt x="1295" y="411086"/>
                    <a:pt x="8671" y="420129"/>
                    <a:pt x="12063" y="430306"/>
                  </a:cubicBezTo>
                  <a:cubicBezTo>
                    <a:pt x="19168" y="451622"/>
                    <a:pt x="24522" y="474165"/>
                    <a:pt x="29992" y="496047"/>
                  </a:cubicBezTo>
                  <a:cubicBezTo>
                    <a:pt x="17736" y="575711"/>
                    <a:pt x="18039" y="547539"/>
                    <a:pt x="18039" y="579718"/>
                  </a:cubicBezTo>
                </a:path>
              </a:pathLst>
            </a:custGeom>
            <a:noFill/>
            <a:ln>
              <a:solidFill>
                <a:srgbClr val="3E332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9624376-EA19-85D9-8808-1FAB5C4871C8}"/>
                </a:ext>
              </a:extLst>
            </p:cNvPr>
            <p:cNvSpPr/>
            <p:nvPr/>
          </p:nvSpPr>
          <p:spPr>
            <a:xfrm rot="20484588">
              <a:off x="1433952" y="1048122"/>
              <a:ext cx="119639" cy="579718"/>
            </a:xfrm>
            <a:custGeom>
              <a:avLst/>
              <a:gdLst>
                <a:gd name="csX0" fmla="*/ 119639 w 119639"/>
                <a:gd name="csY0" fmla="*/ 0 h 579718"/>
                <a:gd name="csX1" fmla="*/ 107687 w 119639"/>
                <a:gd name="csY1" fmla="*/ 119530 h 579718"/>
                <a:gd name="csX2" fmla="*/ 83781 w 119639"/>
                <a:gd name="csY2" fmla="*/ 143436 h 579718"/>
                <a:gd name="csX3" fmla="*/ 65851 w 119639"/>
                <a:gd name="csY3" fmla="*/ 191247 h 579718"/>
                <a:gd name="csX4" fmla="*/ 47922 w 119639"/>
                <a:gd name="csY4" fmla="*/ 310777 h 579718"/>
                <a:gd name="csX5" fmla="*/ 35969 w 119639"/>
                <a:gd name="csY5" fmla="*/ 328706 h 579718"/>
                <a:gd name="csX6" fmla="*/ 6087 w 119639"/>
                <a:gd name="csY6" fmla="*/ 376518 h 579718"/>
                <a:gd name="csX7" fmla="*/ 110 w 119639"/>
                <a:gd name="csY7" fmla="*/ 400424 h 579718"/>
                <a:gd name="csX8" fmla="*/ 12063 w 119639"/>
                <a:gd name="csY8" fmla="*/ 430306 h 579718"/>
                <a:gd name="csX9" fmla="*/ 29992 w 119639"/>
                <a:gd name="csY9" fmla="*/ 496047 h 579718"/>
                <a:gd name="csX10" fmla="*/ 18039 w 119639"/>
                <a:gd name="csY10" fmla="*/ 579718 h 5797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19639" h="579718">
                  <a:moveTo>
                    <a:pt x="119639" y="0"/>
                  </a:moveTo>
                  <a:cubicBezTo>
                    <a:pt x="115655" y="39843"/>
                    <a:pt x="117398" y="80683"/>
                    <a:pt x="107687" y="119530"/>
                  </a:cubicBezTo>
                  <a:cubicBezTo>
                    <a:pt x="104954" y="130463"/>
                    <a:pt x="90032" y="134059"/>
                    <a:pt x="83781" y="143436"/>
                  </a:cubicBezTo>
                  <a:cubicBezTo>
                    <a:pt x="79019" y="150580"/>
                    <a:pt x="69625" y="179928"/>
                    <a:pt x="65851" y="191247"/>
                  </a:cubicBezTo>
                  <a:cubicBezTo>
                    <a:pt x="61639" y="254432"/>
                    <a:pt x="70110" y="266401"/>
                    <a:pt x="47922" y="310777"/>
                  </a:cubicBezTo>
                  <a:cubicBezTo>
                    <a:pt x="44710" y="317201"/>
                    <a:pt x="39825" y="322646"/>
                    <a:pt x="35969" y="328706"/>
                  </a:cubicBezTo>
                  <a:cubicBezTo>
                    <a:pt x="25879" y="344562"/>
                    <a:pt x="6087" y="376518"/>
                    <a:pt x="6087" y="376518"/>
                  </a:cubicBezTo>
                  <a:cubicBezTo>
                    <a:pt x="4095" y="384487"/>
                    <a:pt x="-797" y="392260"/>
                    <a:pt x="110" y="400424"/>
                  </a:cubicBezTo>
                  <a:cubicBezTo>
                    <a:pt x="1295" y="411086"/>
                    <a:pt x="8671" y="420129"/>
                    <a:pt x="12063" y="430306"/>
                  </a:cubicBezTo>
                  <a:cubicBezTo>
                    <a:pt x="19168" y="451622"/>
                    <a:pt x="24522" y="474165"/>
                    <a:pt x="29992" y="496047"/>
                  </a:cubicBezTo>
                  <a:cubicBezTo>
                    <a:pt x="17736" y="575711"/>
                    <a:pt x="18039" y="547539"/>
                    <a:pt x="18039" y="579718"/>
                  </a:cubicBezTo>
                </a:path>
              </a:pathLst>
            </a:custGeom>
            <a:noFill/>
            <a:ln>
              <a:solidFill>
                <a:srgbClr val="3E332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72BE30F0-4D26-5DB3-B93C-DC0A73B4069B}"/>
                </a:ext>
              </a:extLst>
            </p:cNvPr>
            <p:cNvSpPr/>
            <p:nvPr/>
          </p:nvSpPr>
          <p:spPr>
            <a:xfrm rot="438870">
              <a:off x="1399166" y="1252944"/>
              <a:ext cx="80831" cy="309984"/>
            </a:xfrm>
            <a:custGeom>
              <a:avLst/>
              <a:gdLst>
                <a:gd name="csX0" fmla="*/ 119639 w 119639"/>
                <a:gd name="csY0" fmla="*/ 0 h 579718"/>
                <a:gd name="csX1" fmla="*/ 107687 w 119639"/>
                <a:gd name="csY1" fmla="*/ 119530 h 579718"/>
                <a:gd name="csX2" fmla="*/ 83781 w 119639"/>
                <a:gd name="csY2" fmla="*/ 143436 h 579718"/>
                <a:gd name="csX3" fmla="*/ 65851 w 119639"/>
                <a:gd name="csY3" fmla="*/ 191247 h 579718"/>
                <a:gd name="csX4" fmla="*/ 47922 w 119639"/>
                <a:gd name="csY4" fmla="*/ 310777 h 579718"/>
                <a:gd name="csX5" fmla="*/ 35969 w 119639"/>
                <a:gd name="csY5" fmla="*/ 328706 h 579718"/>
                <a:gd name="csX6" fmla="*/ 6087 w 119639"/>
                <a:gd name="csY6" fmla="*/ 376518 h 579718"/>
                <a:gd name="csX7" fmla="*/ 110 w 119639"/>
                <a:gd name="csY7" fmla="*/ 400424 h 579718"/>
                <a:gd name="csX8" fmla="*/ 12063 w 119639"/>
                <a:gd name="csY8" fmla="*/ 430306 h 579718"/>
                <a:gd name="csX9" fmla="*/ 29992 w 119639"/>
                <a:gd name="csY9" fmla="*/ 496047 h 579718"/>
                <a:gd name="csX10" fmla="*/ 18039 w 119639"/>
                <a:gd name="csY10" fmla="*/ 579718 h 5797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19639" h="579718">
                  <a:moveTo>
                    <a:pt x="119639" y="0"/>
                  </a:moveTo>
                  <a:cubicBezTo>
                    <a:pt x="115655" y="39843"/>
                    <a:pt x="117398" y="80683"/>
                    <a:pt x="107687" y="119530"/>
                  </a:cubicBezTo>
                  <a:cubicBezTo>
                    <a:pt x="104954" y="130463"/>
                    <a:pt x="90032" y="134059"/>
                    <a:pt x="83781" y="143436"/>
                  </a:cubicBezTo>
                  <a:cubicBezTo>
                    <a:pt x="79019" y="150580"/>
                    <a:pt x="69625" y="179928"/>
                    <a:pt x="65851" y="191247"/>
                  </a:cubicBezTo>
                  <a:cubicBezTo>
                    <a:pt x="61639" y="254432"/>
                    <a:pt x="70110" y="266401"/>
                    <a:pt x="47922" y="310777"/>
                  </a:cubicBezTo>
                  <a:cubicBezTo>
                    <a:pt x="44710" y="317201"/>
                    <a:pt x="39825" y="322646"/>
                    <a:pt x="35969" y="328706"/>
                  </a:cubicBezTo>
                  <a:cubicBezTo>
                    <a:pt x="25879" y="344562"/>
                    <a:pt x="6087" y="376518"/>
                    <a:pt x="6087" y="376518"/>
                  </a:cubicBezTo>
                  <a:cubicBezTo>
                    <a:pt x="4095" y="384487"/>
                    <a:pt x="-797" y="392260"/>
                    <a:pt x="110" y="400424"/>
                  </a:cubicBezTo>
                  <a:cubicBezTo>
                    <a:pt x="1295" y="411086"/>
                    <a:pt x="8671" y="420129"/>
                    <a:pt x="12063" y="430306"/>
                  </a:cubicBezTo>
                  <a:cubicBezTo>
                    <a:pt x="19168" y="451622"/>
                    <a:pt x="24522" y="474165"/>
                    <a:pt x="29992" y="496047"/>
                  </a:cubicBezTo>
                  <a:cubicBezTo>
                    <a:pt x="17736" y="575711"/>
                    <a:pt x="18039" y="547539"/>
                    <a:pt x="18039" y="579718"/>
                  </a:cubicBezTo>
                </a:path>
              </a:pathLst>
            </a:custGeom>
            <a:noFill/>
            <a:ln>
              <a:solidFill>
                <a:srgbClr val="3E332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59ADD062-C114-B21B-D0B4-9900EA5DE076}"/>
                </a:ext>
              </a:extLst>
            </p:cNvPr>
            <p:cNvSpPr/>
            <p:nvPr/>
          </p:nvSpPr>
          <p:spPr>
            <a:xfrm>
              <a:off x="1798727" y="1362635"/>
              <a:ext cx="66355" cy="71718"/>
            </a:xfrm>
            <a:custGeom>
              <a:avLst/>
              <a:gdLst>
                <a:gd name="csX0" fmla="*/ 12144 w 66355"/>
                <a:gd name="csY0" fmla="*/ 0 h 71718"/>
                <a:gd name="csX1" fmla="*/ 12144 w 66355"/>
                <a:gd name="csY1" fmla="*/ 0 h 71718"/>
                <a:gd name="csX2" fmla="*/ 191 w 66355"/>
                <a:gd name="csY2" fmla="*/ 53789 h 71718"/>
                <a:gd name="csX3" fmla="*/ 18120 w 66355"/>
                <a:gd name="csY3" fmla="*/ 65741 h 71718"/>
                <a:gd name="csX4" fmla="*/ 53979 w 66355"/>
                <a:gd name="csY4" fmla="*/ 71718 h 71718"/>
                <a:gd name="csX5" fmla="*/ 65932 w 66355"/>
                <a:gd name="csY5" fmla="*/ 47812 h 71718"/>
                <a:gd name="csX6" fmla="*/ 36049 w 66355"/>
                <a:gd name="csY6" fmla="*/ 23906 h 71718"/>
                <a:gd name="csX7" fmla="*/ 12144 w 66355"/>
                <a:gd name="csY7" fmla="*/ 0 h 717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66355" h="71718">
                  <a:moveTo>
                    <a:pt x="12144" y="0"/>
                  </a:moveTo>
                  <a:lnTo>
                    <a:pt x="12144" y="0"/>
                  </a:lnTo>
                  <a:cubicBezTo>
                    <a:pt x="8160" y="17930"/>
                    <a:pt x="-1472" y="35497"/>
                    <a:pt x="191" y="53789"/>
                  </a:cubicBezTo>
                  <a:cubicBezTo>
                    <a:pt x="841" y="60942"/>
                    <a:pt x="11306" y="63470"/>
                    <a:pt x="18120" y="65741"/>
                  </a:cubicBezTo>
                  <a:cubicBezTo>
                    <a:pt x="29616" y="69573"/>
                    <a:pt x="42026" y="69726"/>
                    <a:pt x="53979" y="71718"/>
                  </a:cubicBezTo>
                  <a:cubicBezTo>
                    <a:pt x="57963" y="63749"/>
                    <a:pt x="64672" y="56632"/>
                    <a:pt x="65932" y="47812"/>
                  </a:cubicBezTo>
                  <a:cubicBezTo>
                    <a:pt x="69453" y="23164"/>
                    <a:pt x="50295" y="30012"/>
                    <a:pt x="36049" y="23906"/>
                  </a:cubicBezTo>
                  <a:cubicBezTo>
                    <a:pt x="29447" y="21076"/>
                    <a:pt x="16128" y="3984"/>
                    <a:pt x="12144" y="0"/>
                  </a:cubicBezTo>
                  <a:close/>
                </a:path>
              </a:pathLst>
            </a:custGeom>
            <a:solidFill>
              <a:srgbClr val="8E6B4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D359C906-2465-3F49-C8A7-BBBFA5018EFB}"/>
                </a:ext>
              </a:extLst>
            </p:cNvPr>
            <p:cNvSpPr/>
            <p:nvPr/>
          </p:nvSpPr>
          <p:spPr>
            <a:xfrm rot="11763267">
              <a:off x="1555604" y="1336253"/>
              <a:ext cx="66355" cy="71718"/>
            </a:xfrm>
            <a:custGeom>
              <a:avLst/>
              <a:gdLst>
                <a:gd name="csX0" fmla="*/ 12144 w 66355"/>
                <a:gd name="csY0" fmla="*/ 0 h 71718"/>
                <a:gd name="csX1" fmla="*/ 12144 w 66355"/>
                <a:gd name="csY1" fmla="*/ 0 h 71718"/>
                <a:gd name="csX2" fmla="*/ 191 w 66355"/>
                <a:gd name="csY2" fmla="*/ 53789 h 71718"/>
                <a:gd name="csX3" fmla="*/ 18120 w 66355"/>
                <a:gd name="csY3" fmla="*/ 65741 h 71718"/>
                <a:gd name="csX4" fmla="*/ 53979 w 66355"/>
                <a:gd name="csY4" fmla="*/ 71718 h 71718"/>
                <a:gd name="csX5" fmla="*/ 65932 w 66355"/>
                <a:gd name="csY5" fmla="*/ 47812 h 71718"/>
                <a:gd name="csX6" fmla="*/ 36049 w 66355"/>
                <a:gd name="csY6" fmla="*/ 23906 h 71718"/>
                <a:gd name="csX7" fmla="*/ 12144 w 66355"/>
                <a:gd name="csY7" fmla="*/ 0 h 717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66355" h="71718">
                  <a:moveTo>
                    <a:pt x="12144" y="0"/>
                  </a:moveTo>
                  <a:lnTo>
                    <a:pt x="12144" y="0"/>
                  </a:lnTo>
                  <a:cubicBezTo>
                    <a:pt x="8160" y="17930"/>
                    <a:pt x="-1472" y="35497"/>
                    <a:pt x="191" y="53789"/>
                  </a:cubicBezTo>
                  <a:cubicBezTo>
                    <a:pt x="841" y="60942"/>
                    <a:pt x="11306" y="63470"/>
                    <a:pt x="18120" y="65741"/>
                  </a:cubicBezTo>
                  <a:cubicBezTo>
                    <a:pt x="29616" y="69573"/>
                    <a:pt x="42026" y="69726"/>
                    <a:pt x="53979" y="71718"/>
                  </a:cubicBezTo>
                  <a:cubicBezTo>
                    <a:pt x="57963" y="63749"/>
                    <a:pt x="64672" y="56632"/>
                    <a:pt x="65932" y="47812"/>
                  </a:cubicBezTo>
                  <a:cubicBezTo>
                    <a:pt x="69453" y="23164"/>
                    <a:pt x="50295" y="30012"/>
                    <a:pt x="36049" y="23906"/>
                  </a:cubicBezTo>
                  <a:cubicBezTo>
                    <a:pt x="29447" y="21076"/>
                    <a:pt x="16128" y="3984"/>
                    <a:pt x="12144" y="0"/>
                  </a:cubicBezTo>
                  <a:close/>
                </a:path>
              </a:pathLst>
            </a:custGeom>
            <a:solidFill>
              <a:srgbClr val="8E6B4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6F5406FA-560E-85F2-FDF5-6C43ECB48E14}"/>
                </a:ext>
              </a:extLst>
            </p:cNvPr>
            <p:cNvSpPr/>
            <p:nvPr/>
          </p:nvSpPr>
          <p:spPr>
            <a:xfrm rot="11763267">
              <a:off x="1722303" y="1112471"/>
              <a:ext cx="66355" cy="71718"/>
            </a:xfrm>
            <a:custGeom>
              <a:avLst/>
              <a:gdLst>
                <a:gd name="csX0" fmla="*/ 12144 w 66355"/>
                <a:gd name="csY0" fmla="*/ 0 h 71718"/>
                <a:gd name="csX1" fmla="*/ 12144 w 66355"/>
                <a:gd name="csY1" fmla="*/ 0 h 71718"/>
                <a:gd name="csX2" fmla="*/ 191 w 66355"/>
                <a:gd name="csY2" fmla="*/ 53789 h 71718"/>
                <a:gd name="csX3" fmla="*/ 18120 w 66355"/>
                <a:gd name="csY3" fmla="*/ 65741 h 71718"/>
                <a:gd name="csX4" fmla="*/ 53979 w 66355"/>
                <a:gd name="csY4" fmla="*/ 71718 h 71718"/>
                <a:gd name="csX5" fmla="*/ 65932 w 66355"/>
                <a:gd name="csY5" fmla="*/ 47812 h 71718"/>
                <a:gd name="csX6" fmla="*/ 36049 w 66355"/>
                <a:gd name="csY6" fmla="*/ 23906 h 71718"/>
                <a:gd name="csX7" fmla="*/ 12144 w 66355"/>
                <a:gd name="csY7" fmla="*/ 0 h 717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66355" h="71718">
                  <a:moveTo>
                    <a:pt x="12144" y="0"/>
                  </a:moveTo>
                  <a:lnTo>
                    <a:pt x="12144" y="0"/>
                  </a:lnTo>
                  <a:cubicBezTo>
                    <a:pt x="8160" y="17930"/>
                    <a:pt x="-1472" y="35497"/>
                    <a:pt x="191" y="53789"/>
                  </a:cubicBezTo>
                  <a:cubicBezTo>
                    <a:pt x="841" y="60942"/>
                    <a:pt x="11306" y="63470"/>
                    <a:pt x="18120" y="65741"/>
                  </a:cubicBezTo>
                  <a:cubicBezTo>
                    <a:pt x="29616" y="69573"/>
                    <a:pt x="42026" y="69726"/>
                    <a:pt x="53979" y="71718"/>
                  </a:cubicBezTo>
                  <a:cubicBezTo>
                    <a:pt x="57963" y="63749"/>
                    <a:pt x="64672" y="56632"/>
                    <a:pt x="65932" y="47812"/>
                  </a:cubicBezTo>
                  <a:cubicBezTo>
                    <a:pt x="69453" y="23164"/>
                    <a:pt x="50295" y="30012"/>
                    <a:pt x="36049" y="23906"/>
                  </a:cubicBezTo>
                  <a:cubicBezTo>
                    <a:pt x="29447" y="21076"/>
                    <a:pt x="16128" y="3984"/>
                    <a:pt x="12144" y="0"/>
                  </a:cubicBezTo>
                  <a:close/>
                </a:path>
              </a:pathLst>
            </a:custGeom>
            <a:solidFill>
              <a:srgbClr val="E2C19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C470AA9A-2003-788F-0F57-059485509C5E}"/>
              </a:ext>
            </a:extLst>
          </p:cNvPr>
          <p:cNvGrpSpPr>
            <a:grpSpLocks noChangeAspect="1"/>
          </p:cNvGrpSpPr>
          <p:nvPr/>
        </p:nvGrpSpPr>
        <p:grpSpPr>
          <a:xfrm>
            <a:off x="16938590" y="6647787"/>
            <a:ext cx="404380" cy="408623"/>
            <a:chOff x="1249601" y="1025135"/>
            <a:chExt cx="735013" cy="74272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61" name="Rectangle: Rounded Corners 160">
              <a:extLst>
                <a:ext uri="{FF2B5EF4-FFF2-40B4-BE49-F238E27FC236}">
                  <a16:creationId xmlns:a16="http://schemas.microsoft.com/office/drawing/2014/main" id="{3F289A2A-6345-D367-E135-C700FCF3D57E}"/>
                </a:ext>
              </a:extLst>
            </p:cNvPr>
            <p:cNvSpPr/>
            <p:nvPr/>
          </p:nvSpPr>
          <p:spPr>
            <a:xfrm>
              <a:off x="1249601" y="1025135"/>
              <a:ext cx="735013" cy="306139"/>
            </a:xfrm>
            <a:prstGeom prst="roundRect">
              <a:avLst/>
            </a:prstGeom>
            <a:solidFill>
              <a:srgbClr val="4F423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2" name="Rectangle: Rounded Corners 90">
              <a:extLst>
                <a:ext uri="{FF2B5EF4-FFF2-40B4-BE49-F238E27FC236}">
                  <a16:creationId xmlns:a16="http://schemas.microsoft.com/office/drawing/2014/main" id="{F733B965-10AE-9174-6A67-A768C52DE0FD}"/>
                </a:ext>
              </a:extLst>
            </p:cNvPr>
            <p:cNvSpPr/>
            <p:nvPr/>
          </p:nvSpPr>
          <p:spPr>
            <a:xfrm>
              <a:off x="1249601" y="1247991"/>
              <a:ext cx="735013" cy="300162"/>
            </a:xfrm>
            <a:custGeom>
              <a:avLst/>
              <a:gdLst>
                <a:gd name="csX0" fmla="*/ 0 w 735013"/>
                <a:gd name="csY0" fmla="*/ 45047 h 300162"/>
                <a:gd name="csX1" fmla="*/ 122742 w 735013"/>
                <a:gd name="csY1" fmla="*/ 0 h 300162"/>
                <a:gd name="csX2" fmla="*/ 340140 w 735013"/>
                <a:gd name="csY2" fmla="*/ 13044 h 300162"/>
                <a:gd name="csX3" fmla="*/ 648129 w 735013"/>
                <a:gd name="csY3" fmla="*/ 17929 h 300162"/>
                <a:gd name="csX4" fmla="*/ 735013 w 735013"/>
                <a:gd name="csY4" fmla="*/ 45047 h 300162"/>
                <a:gd name="csX5" fmla="*/ 735013 w 735013"/>
                <a:gd name="csY5" fmla="*/ 249138 h 300162"/>
                <a:gd name="csX6" fmla="*/ 683989 w 735013"/>
                <a:gd name="csY6" fmla="*/ 300162 h 300162"/>
                <a:gd name="csX7" fmla="*/ 51024 w 735013"/>
                <a:gd name="csY7" fmla="*/ 300162 h 300162"/>
                <a:gd name="csX8" fmla="*/ 0 w 735013"/>
                <a:gd name="csY8" fmla="*/ 249138 h 300162"/>
                <a:gd name="csX9" fmla="*/ 0 w 735013"/>
                <a:gd name="csY9" fmla="*/ 45047 h 3001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735013" h="300162">
                  <a:moveTo>
                    <a:pt x="0" y="45047"/>
                  </a:moveTo>
                  <a:cubicBezTo>
                    <a:pt x="0" y="16867"/>
                    <a:pt x="94562" y="0"/>
                    <a:pt x="122742" y="0"/>
                  </a:cubicBezTo>
                  <a:cubicBezTo>
                    <a:pt x="172460" y="4627"/>
                    <a:pt x="254568" y="65835"/>
                    <a:pt x="340140" y="13044"/>
                  </a:cubicBezTo>
                  <a:cubicBezTo>
                    <a:pt x="472685" y="48539"/>
                    <a:pt x="527536" y="18293"/>
                    <a:pt x="648129" y="17929"/>
                  </a:cubicBezTo>
                  <a:cubicBezTo>
                    <a:pt x="713941" y="26251"/>
                    <a:pt x="725513" y="10497"/>
                    <a:pt x="735013" y="45047"/>
                  </a:cubicBezTo>
                  <a:lnTo>
                    <a:pt x="735013" y="249138"/>
                  </a:lnTo>
                  <a:cubicBezTo>
                    <a:pt x="735013" y="277318"/>
                    <a:pt x="712169" y="300162"/>
                    <a:pt x="683989" y="300162"/>
                  </a:cubicBezTo>
                  <a:lnTo>
                    <a:pt x="51024" y="300162"/>
                  </a:lnTo>
                  <a:cubicBezTo>
                    <a:pt x="22844" y="300162"/>
                    <a:pt x="0" y="277318"/>
                    <a:pt x="0" y="249138"/>
                  </a:cubicBezTo>
                  <a:lnTo>
                    <a:pt x="0" y="45047"/>
                  </a:lnTo>
                  <a:close/>
                </a:path>
              </a:pathLst>
            </a:custGeom>
            <a:solidFill>
              <a:srgbClr val="E2C19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3" name="Rectangle: Rounded Corners 92">
              <a:extLst>
                <a:ext uri="{FF2B5EF4-FFF2-40B4-BE49-F238E27FC236}">
                  <a16:creationId xmlns:a16="http://schemas.microsoft.com/office/drawing/2014/main" id="{E7D7B6DA-F19E-D100-EEB6-E114F07156F9}"/>
                </a:ext>
              </a:extLst>
            </p:cNvPr>
            <p:cNvSpPr/>
            <p:nvPr/>
          </p:nvSpPr>
          <p:spPr>
            <a:xfrm>
              <a:off x="1249601" y="1455746"/>
              <a:ext cx="735013" cy="312115"/>
            </a:xfrm>
            <a:custGeom>
              <a:avLst/>
              <a:gdLst>
                <a:gd name="csX0" fmla="*/ 0 w 735013"/>
                <a:gd name="csY0" fmla="*/ 57000 h 312115"/>
                <a:gd name="csX1" fmla="*/ 152625 w 735013"/>
                <a:gd name="csY1" fmla="*/ 0 h 312115"/>
                <a:gd name="csX2" fmla="*/ 642154 w 735013"/>
                <a:gd name="csY2" fmla="*/ 41834 h 312115"/>
                <a:gd name="csX3" fmla="*/ 735013 w 735013"/>
                <a:gd name="csY3" fmla="*/ 57000 h 312115"/>
                <a:gd name="csX4" fmla="*/ 735013 w 735013"/>
                <a:gd name="csY4" fmla="*/ 261091 h 312115"/>
                <a:gd name="csX5" fmla="*/ 683989 w 735013"/>
                <a:gd name="csY5" fmla="*/ 312115 h 312115"/>
                <a:gd name="csX6" fmla="*/ 51024 w 735013"/>
                <a:gd name="csY6" fmla="*/ 312115 h 312115"/>
                <a:gd name="csX7" fmla="*/ 0 w 735013"/>
                <a:gd name="csY7" fmla="*/ 261091 h 312115"/>
                <a:gd name="csX8" fmla="*/ 0 w 735013"/>
                <a:gd name="csY8" fmla="*/ 57000 h 3121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35013" h="312115">
                  <a:moveTo>
                    <a:pt x="0" y="57000"/>
                  </a:moveTo>
                  <a:cubicBezTo>
                    <a:pt x="0" y="28820"/>
                    <a:pt x="124445" y="0"/>
                    <a:pt x="152625" y="0"/>
                  </a:cubicBezTo>
                  <a:cubicBezTo>
                    <a:pt x="363613" y="0"/>
                    <a:pt x="443119" y="5976"/>
                    <a:pt x="642154" y="41834"/>
                  </a:cubicBezTo>
                  <a:cubicBezTo>
                    <a:pt x="670334" y="41834"/>
                    <a:pt x="735013" y="28820"/>
                    <a:pt x="735013" y="57000"/>
                  </a:cubicBezTo>
                  <a:lnTo>
                    <a:pt x="735013" y="261091"/>
                  </a:lnTo>
                  <a:cubicBezTo>
                    <a:pt x="735013" y="289271"/>
                    <a:pt x="712169" y="312115"/>
                    <a:pt x="683989" y="312115"/>
                  </a:cubicBezTo>
                  <a:lnTo>
                    <a:pt x="51024" y="312115"/>
                  </a:lnTo>
                  <a:cubicBezTo>
                    <a:pt x="22844" y="312115"/>
                    <a:pt x="0" y="289271"/>
                    <a:pt x="0" y="261091"/>
                  </a:cubicBezTo>
                  <a:lnTo>
                    <a:pt x="0" y="57000"/>
                  </a:lnTo>
                  <a:close/>
                </a:path>
              </a:pathLst>
            </a:custGeom>
            <a:solidFill>
              <a:srgbClr val="8E6B4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AA99D5D6-763F-584E-A941-BF4341B2E581}"/>
                </a:ext>
              </a:extLst>
            </p:cNvPr>
            <p:cNvSpPr/>
            <p:nvPr/>
          </p:nvSpPr>
          <p:spPr>
            <a:xfrm>
              <a:off x="1333037" y="1044956"/>
              <a:ext cx="119639" cy="579718"/>
            </a:xfrm>
            <a:custGeom>
              <a:avLst/>
              <a:gdLst>
                <a:gd name="csX0" fmla="*/ 119639 w 119639"/>
                <a:gd name="csY0" fmla="*/ 0 h 579718"/>
                <a:gd name="csX1" fmla="*/ 107687 w 119639"/>
                <a:gd name="csY1" fmla="*/ 119530 h 579718"/>
                <a:gd name="csX2" fmla="*/ 83781 w 119639"/>
                <a:gd name="csY2" fmla="*/ 143436 h 579718"/>
                <a:gd name="csX3" fmla="*/ 65851 w 119639"/>
                <a:gd name="csY3" fmla="*/ 191247 h 579718"/>
                <a:gd name="csX4" fmla="*/ 47922 w 119639"/>
                <a:gd name="csY4" fmla="*/ 310777 h 579718"/>
                <a:gd name="csX5" fmla="*/ 35969 w 119639"/>
                <a:gd name="csY5" fmla="*/ 328706 h 579718"/>
                <a:gd name="csX6" fmla="*/ 6087 w 119639"/>
                <a:gd name="csY6" fmla="*/ 376518 h 579718"/>
                <a:gd name="csX7" fmla="*/ 110 w 119639"/>
                <a:gd name="csY7" fmla="*/ 400424 h 579718"/>
                <a:gd name="csX8" fmla="*/ 12063 w 119639"/>
                <a:gd name="csY8" fmla="*/ 430306 h 579718"/>
                <a:gd name="csX9" fmla="*/ 29992 w 119639"/>
                <a:gd name="csY9" fmla="*/ 496047 h 579718"/>
                <a:gd name="csX10" fmla="*/ 18039 w 119639"/>
                <a:gd name="csY10" fmla="*/ 579718 h 5797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19639" h="579718">
                  <a:moveTo>
                    <a:pt x="119639" y="0"/>
                  </a:moveTo>
                  <a:cubicBezTo>
                    <a:pt x="115655" y="39843"/>
                    <a:pt x="117398" y="80683"/>
                    <a:pt x="107687" y="119530"/>
                  </a:cubicBezTo>
                  <a:cubicBezTo>
                    <a:pt x="104954" y="130463"/>
                    <a:pt x="90032" y="134059"/>
                    <a:pt x="83781" y="143436"/>
                  </a:cubicBezTo>
                  <a:cubicBezTo>
                    <a:pt x="79019" y="150580"/>
                    <a:pt x="69625" y="179928"/>
                    <a:pt x="65851" y="191247"/>
                  </a:cubicBezTo>
                  <a:cubicBezTo>
                    <a:pt x="61639" y="254432"/>
                    <a:pt x="70110" y="266401"/>
                    <a:pt x="47922" y="310777"/>
                  </a:cubicBezTo>
                  <a:cubicBezTo>
                    <a:pt x="44710" y="317201"/>
                    <a:pt x="39825" y="322646"/>
                    <a:pt x="35969" y="328706"/>
                  </a:cubicBezTo>
                  <a:cubicBezTo>
                    <a:pt x="25879" y="344562"/>
                    <a:pt x="6087" y="376518"/>
                    <a:pt x="6087" y="376518"/>
                  </a:cubicBezTo>
                  <a:cubicBezTo>
                    <a:pt x="4095" y="384487"/>
                    <a:pt x="-797" y="392260"/>
                    <a:pt x="110" y="400424"/>
                  </a:cubicBezTo>
                  <a:cubicBezTo>
                    <a:pt x="1295" y="411086"/>
                    <a:pt x="8671" y="420129"/>
                    <a:pt x="12063" y="430306"/>
                  </a:cubicBezTo>
                  <a:cubicBezTo>
                    <a:pt x="19168" y="451622"/>
                    <a:pt x="24522" y="474165"/>
                    <a:pt x="29992" y="496047"/>
                  </a:cubicBezTo>
                  <a:cubicBezTo>
                    <a:pt x="17736" y="575711"/>
                    <a:pt x="18039" y="547539"/>
                    <a:pt x="18039" y="579718"/>
                  </a:cubicBezTo>
                </a:path>
              </a:pathLst>
            </a:custGeom>
            <a:noFill/>
            <a:ln>
              <a:solidFill>
                <a:srgbClr val="3E332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615128C1-82C6-39DC-40DD-784A300491C0}"/>
                </a:ext>
              </a:extLst>
            </p:cNvPr>
            <p:cNvSpPr/>
            <p:nvPr/>
          </p:nvSpPr>
          <p:spPr>
            <a:xfrm rot="20484588">
              <a:off x="1433952" y="1048122"/>
              <a:ext cx="119639" cy="579718"/>
            </a:xfrm>
            <a:custGeom>
              <a:avLst/>
              <a:gdLst>
                <a:gd name="csX0" fmla="*/ 119639 w 119639"/>
                <a:gd name="csY0" fmla="*/ 0 h 579718"/>
                <a:gd name="csX1" fmla="*/ 107687 w 119639"/>
                <a:gd name="csY1" fmla="*/ 119530 h 579718"/>
                <a:gd name="csX2" fmla="*/ 83781 w 119639"/>
                <a:gd name="csY2" fmla="*/ 143436 h 579718"/>
                <a:gd name="csX3" fmla="*/ 65851 w 119639"/>
                <a:gd name="csY3" fmla="*/ 191247 h 579718"/>
                <a:gd name="csX4" fmla="*/ 47922 w 119639"/>
                <a:gd name="csY4" fmla="*/ 310777 h 579718"/>
                <a:gd name="csX5" fmla="*/ 35969 w 119639"/>
                <a:gd name="csY5" fmla="*/ 328706 h 579718"/>
                <a:gd name="csX6" fmla="*/ 6087 w 119639"/>
                <a:gd name="csY6" fmla="*/ 376518 h 579718"/>
                <a:gd name="csX7" fmla="*/ 110 w 119639"/>
                <a:gd name="csY7" fmla="*/ 400424 h 579718"/>
                <a:gd name="csX8" fmla="*/ 12063 w 119639"/>
                <a:gd name="csY8" fmla="*/ 430306 h 579718"/>
                <a:gd name="csX9" fmla="*/ 29992 w 119639"/>
                <a:gd name="csY9" fmla="*/ 496047 h 579718"/>
                <a:gd name="csX10" fmla="*/ 18039 w 119639"/>
                <a:gd name="csY10" fmla="*/ 579718 h 5797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19639" h="579718">
                  <a:moveTo>
                    <a:pt x="119639" y="0"/>
                  </a:moveTo>
                  <a:cubicBezTo>
                    <a:pt x="115655" y="39843"/>
                    <a:pt x="117398" y="80683"/>
                    <a:pt x="107687" y="119530"/>
                  </a:cubicBezTo>
                  <a:cubicBezTo>
                    <a:pt x="104954" y="130463"/>
                    <a:pt x="90032" y="134059"/>
                    <a:pt x="83781" y="143436"/>
                  </a:cubicBezTo>
                  <a:cubicBezTo>
                    <a:pt x="79019" y="150580"/>
                    <a:pt x="69625" y="179928"/>
                    <a:pt x="65851" y="191247"/>
                  </a:cubicBezTo>
                  <a:cubicBezTo>
                    <a:pt x="61639" y="254432"/>
                    <a:pt x="70110" y="266401"/>
                    <a:pt x="47922" y="310777"/>
                  </a:cubicBezTo>
                  <a:cubicBezTo>
                    <a:pt x="44710" y="317201"/>
                    <a:pt x="39825" y="322646"/>
                    <a:pt x="35969" y="328706"/>
                  </a:cubicBezTo>
                  <a:cubicBezTo>
                    <a:pt x="25879" y="344562"/>
                    <a:pt x="6087" y="376518"/>
                    <a:pt x="6087" y="376518"/>
                  </a:cubicBezTo>
                  <a:cubicBezTo>
                    <a:pt x="4095" y="384487"/>
                    <a:pt x="-797" y="392260"/>
                    <a:pt x="110" y="400424"/>
                  </a:cubicBezTo>
                  <a:cubicBezTo>
                    <a:pt x="1295" y="411086"/>
                    <a:pt x="8671" y="420129"/>
                    <a:pt x="12063" y="430306"/>
                  </a:cubicBezTo>
                  <a:cubicBezTo>
                    <a:pt x="19168" y="451622"/>
                    <a:pt x="24522" y="474165"/>
                    <a:pt x="29992" y="496047"/>
                  </a:cubicBezTo>
                  <a:cubicBezTo>
                    <a:pt x="17736" y="575711"/>
                    <a:pt x="18039" y="547539"/>
                    <a:pt x="18039" y="579718"/>
                  </a:cubicBezTo>
                </a:path>
              </a:pathLst>
            </a:custGeom>
            <a:noFill/>
            <a:ln>
              <a:solidFill>
                <a:srgbClr val="3E332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9926F52A-D75B-2FBC-2A50-FE29919AF456}"/>
                </a:ext>
              </a:extLst>
            </p:cNvPr>
            <p:cNvSpPr/>
            <p:nvPr/>
          </p:nvSpPr>
          <p:spPr>
            <a:xfrm rot="438870">
              <a:off x="1399166" y="1252944"/>
              <a:ext cx="80831" cy="309984"/>
            </a:xfrm>
            <a:custGeom>
              <a:avLst/>
              <a:gdLst>
                <a:gd name="csX0" fmla="*/ 119639 w 119639"/>
                <a:gd name="csY0" fmla="*/ 0 h 579718"/>
                <a:gd name="csX1" fmla="*/ 107687 w 119639"/>
                <a:gd name="csY1" fmla="*/ 119530 h 579718"/>
                <a:gd name="csX2" fmla="*/ 83781 w 119639"/>
                <a:gd name="csY2" fmla="*/ 143436 h 579718"/>
                <a:gd name="csX3" fmla="*/ 65851 w 119639"/>
                <a:gd name="csY3" fmla="*/ 191247 h 579718"/>
                <a:gd name="csX4" fmla="*/ 47922 w 119639"/>
                <a:gd name="csY4" fmla="*/ 310777 h 579718"/>
                <a:gd name="csX5" fmla="*/ 35969 w 119639"/>
                <a:gd name="csY5" fmla="*/ 328706 h 579718"/>
                <a:gd name="csX6" fmla="*/ 6087 w 119639"/>
                <a:gd name="csY6" fmla="*/ 376518 h 579718"/>
                <a:gd name="csX7" fmla="*/ 110 w 119639"/>
                <a:gd name="csY7" fmla="*/ 400424 h 579718"/>
                <a:gd name="csX8" fmla="*/ 12063 w 119639"/>
                <a:gd name="csY8" fmla="*/ 430306 h 579718"/>
                <a:gd name="csX9" fmla="*/ 29992 w 119639"/>
                <a:gd name="csY9" fmla="*/ 496047 h 579718"/>
                <a:gd name="csX10" fmla="*/ 18039 w 119639"/>
                <a:gd name="csY10" fmla="*/ 579718 h 5797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19639" h="579718">
                  <a:moveTo>
                    <a:pt x="119639" y="0"/>
                  </a:moveTo>
                  <a:cubicBezTo>
                    <a:pt x="115655" y="39843"/>
                    <a:pt x="117398" y="80683"/>
                    <a:pt x="107687" y="119530"/>
                  </a:cubicBezTo>
                  <a:cubicBezTo>
                    <a:pt x="104954" y="130463"/>
                    <a:pt x="90032" y="134059"/>
                    <a:pt x="83781" y="143436"/>
                  </a:cubicBezTo>
                  <a:cubicBezTo>
                    <a:pt x="79019" y="150580"/>
                    <a:pt x="69625" y="179928"/>
                    <a:pt x="65851" y="191247"/>
                  </a:cubicBezTo>
                  <a:cubicBezTo>
                    <a:pt x="61639" y="254432"/>
                    <a:pt x="70110" y="266401"/>
                    <a:pt x="47922" y="310777"/>
                  </a:cubicBezTo>
                  <a:cubicBezTo>
                    <a:pt x="44710" y="317201"/>
                    <a:pt x="39825" y="322646"/>
                    <a:pt x="35969" y="328706"/>
                  </a:cubicBezTo>
                  <a:cubicBezTo>
                    <a:pt x="25879" y="344562"/>
                    <a:pt x="6087" y="376518"/>
                    <a:pt x="6087" y="376518"/>
                  </a:cubicBezTo>
                  <a:cubicBezTo>
                    <a:pt x="4095" y="384487"/>
                    <a:pt x="-797" y="392260"/>
                    <a:pt x="110" y="400424"/>
                  </a:cubicBezTo>
                  <a:cubicBezTo>
                    <a:pt x="1295" y="411086"/>
                    <a:pt x="8671" y="420129"/>
                    <a:pt x="12063" y="430306"/>
                  </a:cubicBezTo>
                  <a:cubicBezTo>
                    <a:pt x="19168" y="451622"/>
                    <a:pt x="24522" y="474165"/>
                    <a:pt x="29992" y="496047"/>
                  </a:cubicBezTo>
                  <a:cubicBezTo>
                    <a:pt x="17736" y="575711"/>
                    <a:pt x="18039" y="547539"/>
                    <a:pt x="18039" y="579718"/>
                  </a:cubicBezTo>
                </a:path>
              </a:pathLst>
            </a:custGeom>
            <a:noFill/>
            <a:ln>
              <a:solidFill>
                <a:srgbClr val="3E332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4B626102-2753-360A-FCD0-38BA16358D8D}"/>
                </a:ext>
              </a:extLst>
            </p:cNvPr>
            <p:cNvSpPr/>
            <p:nvPr/>
          </p:nvSpPr>
          <p:spPr>
            <a:xfrm>
              <a:off x="1798727" y="1362635"/>
              <a:ext cx="66355" cy="71718"/>
            </a:xfrm>
            <a:custGeom>
              <a:avLst/>
              <a:gdLst>
                <a:gd name="csX0" fmla="*/ 12144 w 66355"/>
                <a:gd name="csY0" fmla="*/ 0 h 71718"/>
                <a:gd name="csX1" fmla="*/ 12144 w 66355"/>
                <a:gd name="csY1" fmla="*/ 0 h 71718"/>
                <a:gd name="csX2" fmla="*/ 191 w 66355"/>
                <a:gd name="csY2" fmla="*/ 53789 h 71718"/>
                <a:gd name="csX3" fmla="*/ 18120 w 66355"/>
                <a:gd name="csY3" fmla="*/ 65741 h 71718"/>
                <a:gd name="csX4" fmla="*/ 53979 w 66355"/>
                <a:gd name="csY4" fmla="*/ 71718 h 71718"/>
                <a:gd name="csX5" fmla="*/ 65932 w 66355"/>
                <a:gd name="csY5" fmla="*/ 47812 h 71718"/>
                <a:gd name="csX6" fmla="*/ 36049 w 66355"/>
                <a:gd name="csY6" fmla="*/ 23906 h 71718"/>
                <a:gd name="csX7" fmla="*/ 12144 w 66355"/>
                <a:gd name="csY7" fmla="*/ 0 h 717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66355" h="71718">
                  <a:moveTo>
                    <a:pt x="12144" y="0"/>
                  </a:moveTo>
                  <a:lnTo>
                    <a:pt x="12144" y="0"/>
                  </a:lnTo>
                  <a:cubicBezTo>
                    <a:pt x="8160" y="17930"/>
                    <a:pt x="-1472" y="35497"/>
                    <a:pt x="191" y="53789"/>
                  </a:cubicBezTo>
                  <a:cubicBezTo>
                    <a:pt x="841" y="60942"/>
                    <a:pt x="11306" y="63470"/>
                    <a:pt x="18120" y="65741"/>
                  </a:cubicBezTo>
                  <a:cubicBezTo>
                    <a:pt x="29616" y="69573"/>
                    <a:pt x="42026" y="69726"/>
                    <a:pt x="53979" y="71718"/>
                  </a:cubicBezTo>
                  <a:cubicBezTo>
                    <a:pt x="57963" y="63749"/>
                    <a:pt x="64672" y="56632"/>
                    <a:pt x="65932" y="47812"/>
                  </a:cubicBezTo>
                  <a:cubicBezTo>
                    <a:pt x="69453" y="23164"/>
                    <a:pt x="50295" y="30012"/>
                    <a:pt x="36049" y="23906"/>
                  </a:cubicBezTo>
                  <a:cubicBezTo>
                    <a:pt x="29447" y="21076"/>
                    <a:pt x="16128" y="3984"/>
                    <a:pt x="12144" y="0"/>
                  </a:cubicBezTo>
                  <a:close/>
                </a:path>
              </a:pathLst>
            </a:custGeom>
            <a:solidFill>
              <a:srgbClr val="8E6B4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A22835EE-875E-3B3B-3784-FB6ACB608610}"/>
                </a:ext>
              </a:extLst>
            </p:cNvPr>
            <p:cNvSpPr/>
            <p:nvPr/>
          </p:nvSpPr>
          <p:spPr>
            <a:xfrm rot="11763267">
              <a:off x="1555604" y="1336253"/>
              <a:ext cx="66355" cy="71718"/>
            </a:xfrm>
            <a:custGeom>
              <a:avLst/>
              <a:gdLst>
                <a:gd name="csX0" fmla="*/ 12144 w 66355"/>
                <a:gd name="csY0" fmla="*/ 0 h 71718"/>
                <a:gd name="csX1" fmla="*/ 12144 w 66355"/>
                <a:gd name="csY1" fmla="*/ 0 h 71718"/>
                <a:gd name="csX2" fmla="*/ 191 w 66355"/>
                <a:gd name="csY2" fmla="*/ 53789 h 71718"/>
                <a:gd name="csX3" fmla="*/ 18120 w 66355"/>
                <a:gd name="csY3" fmla="*/ 65741 h 71718"/>
                <a:gd name="csX4" fmla="*/ 53979 w 66355"/>
                <a:gd name="csY4" fmla="*/ 71718 h 71718"/>
                <a:gd name="csX5" fmla="*/ 65932 w 66355"/>
                <a:gd name="csY5" fmla="*/ 47812 h 71718"/>
                <a:gd name="csX6" fmla="*/ 36049 w 66355"/>
                <a:gd name="csY6" fmla="*/ 23906 h 71718"/>
                <a:gd name="csX7" fmla="*/ 12144 w 66355"/>
                <a:gd name="csY7" fmla="*/ 0 h 717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66355" h="71718">
                  <a:moveTo>
                    <a:pt x="12144" y="0"/>
                  </a:moveTo>
                  <a:lnTo>
                    <a:pt x="12144" y="0"/>
                  </a:lnTo>
                  <a:cubicBezTo>
                    <a:pt x="8160" y="17930"/>
                    <a:pt x="-1472" y="35497"/>
                    <a:pt x="191" y="53789"/>
                  </a:cubicBezTo>
                  <a:cubicBezTo>
                    <a:pt x="841" y="60942"/>
                    <a:pt x="11306" y="63470"/>
                    <a:pt x="18120" y="65741"/>
                  </a:cubicBezTo>
                  <a:cubicBezTo>
                    <a:pt x="29616" y="69573"/>
                    <a:pt x="42026" y="69726"/>
                    <a:pt x="53979" y="71718"/>
                  </a:cubicBezTo>
                  <a:cubicBezTo>
                    <a:pt x="57963" y="63749"/>
                    <a:pt x="64672" y="56632"/>
                    <a:pt x="65932" y="47812"/>
                  </a:cubicBezTo>
                  <a:cubicBezTo>
                    <a:pt x="69453" y="23164"/>
                    <a:pt x="50295" y="30012"/>
                    <a:pt x="36049" y="23906"/>
                  </a:cubicBezTo>
                  <a:cubicBezTo>
                    <a:pt x="29447" y="21076"/>
                    <a:pt x="16128" y="3984"/>
                    <a:pt x="12144" y="0"/>
                  </a:cubicBezTo>
                  <a:close/>
                </a:path>
              </a:pathLst>
            </a:custGeom>
            <a:solidFill>
              <a:srgbClr val="8E6B4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75AD3714-5671-5DBE-8E93-602A143119D3}"/>
                </a:ext>
              </a:extLst>
            </p:cNvPr>
            <p:cNvSpPr/>
            <p:nvPr/>
          </p:nvSpPr>
          <p:spPr>
            <a:xfrm rot="11763267">
              <a:off x="1722303" y="1112471"/>
              <a:ext cx="66355" cy="71718"/>
            </a:xfrm>
            <a:custGeom>
              <a:avLst/>
              <a:gdLst>
                <a:gd name="csX0" fmla="*/ 12144 w 66355"/>
                <a:gd name="csY0" fmla="*/ 0 h 71718"/>
                <a:gd name="csX1" fmla="*/ 12144 w 66355"/>
                <a:gd name="csY1" fmla="*/ 0 h 71718"/>
                <a:gd name="csX2" fmla="*/ 191 w 66355"/>
                <a:gd name="csY2" fmla="*/ 53789 h 71718"/>
                <a:gd name="csX3" fmla="*/ 18120 w 66355"/>
                <a:gd name="csY3" fmla="*/ 65741 h 71718"/>
                <a:gd name="csX4" fmla="*/ 53979 w 66355"/>
                <a:gd name="csY4" fmla="*/ 71718 h 71718"/>
                <a:gd name="csX5" fmla="*/ 65932 w 66355"/>
                <a:gd name="csY5" fmla="*/ 47812 h 71718"/>
                <a:gd name="csX6" fmla="*/ 36049 w 66355"/>
                <a:gd name="csY6" fmla="*/ 23906 h 71718"/>
                <a:gd name="csX7" fmla="*/ 12144 w 66355"/>
                <a:gd name="csY7" fmla="*/ 0 h 717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66355" h="71718">
                  <a:moveTo>
                    <a:pt x="12144" y="0"/>
                  </a:moveTo>
                  <a:lnTo>
                    <a:pt x="12144" y="0"/>
                  </a:lnTo>
                  <a:cubicBezTo>
                    <a:pt x="8160" y="17930"/>
                    <a:pt x="-1472" y="35497"/>
                    <a:pt x="191" y="53789"/>
                  </a:cubicBezTo>
                  <a:cubicBezTo>
                    <a:pt x="841" y="60942"/>
                    <a:pt x="11306" y="63470"/>
                    <a:pt x="18120" y="65741"/>
                  </a:cubicBezTo>
                  <a:cubicBezTo>
                    <a:pt x="29616" y="69573"/>
                    <a:pt x="42026" y="69726"/>
                    <a:pt x="53979" y="71718"/>
                  </a:cubicBezTo>
                  <a:cubicBezTo>
                    <a:pt x="57963" y="63749"/>
                    <a:pt x="64672" y="56632"/>
                    <a:pt x="65932" y="47812"/>
                  </a:cubicBezTo>
                  <a:cubicBezTo>
                    <a:pt x="69453" y="23164"/>
                    <a:pt x="50295" y="30012"/>
                    <a:pt x="36049" y="23906"/>
                  </a:cubicBezTo>
                  <a:cubicBezTo>
                    <a:pt x="29447" y="21076"/>
                    <a:pt x="16128" y="3984"/>
                    <a:pt x="12144" y="0"/>
                  </a:cubicBezTo>
                  <a:close/>
                </a:path>
              </a:pathLst>
            </a:custGeom>
            <a:solidFill>
              <a:srgbClr val="E2C19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A9C35862-7EED-A094-25FC-572AE6D98D8C}"/>
              </a:ext>
            </a:extLst>
          </p:cNvPr>
          <p:cNvGrpSpPr>
            <a:grpSpLocks noChangeAspect="1"/>
          </p:cNvGrpSpPr>
          <p:nvPr/>
        </p:nvGrpSpPr>
        <p:grpSpPr>
          <a:xfrm>
            <a:off x="15660124" y="6398447"/>
            <a:ext cx="527698" cy="877939"/>
            <a:chOff x="8929037" y="2961892"/>
            <a:chExt cx="983598" cy="1636427"/>
          </a:xfrm>
        </p:grpSpPr>
        <p:grpSp>
          <p:nvGrpSpPr>
            <p:cNvPr id="171" name="Group 170">
              <a:extLst>
                <a:ext uri="{FF2B5EF4-FFF2-40B4-BE49-F238E27FC236}">
                  <a16:creationId xmlns:a16="http://schemas.microsoft.com/office/drawing/2014/main" id="{5E70344A-DDEF-67C0-FC83-4E3DB0241BAD}"/>
                </a:ext>
              </a:extLst>
            </p:cNvPr>
            <p:cNvGrpSpPr/>
            <p:nvPr/>
          </p:nvGrpSpPr>
          <p:grpSpPr>
            <a:xfrm>
              <a:off x="8929037" y="2961892"/>
              <a:ext cx="701396" cy="641829"/>
              <a:chOff x="8929037" y="2961892"/>
              <a:chExt cx="701396" cy="641829"/>
            </a:xfrm>
          </p:grpSpPr>
          <p:grpSp>
            <p:nvGrpSpPr>
              <p:cNvPr id="173" name="Group 172">
                <a:extLst>
                  <a:ext uri="{FF2B5EF4-FFF2-40B4-BE49-F238E27FC236}">
                    <a16:creationId xmlns:a16="http://schemas.microsoft.com/office/drawing/2014/main" id="{BFB70100-410F-7BEC-CA20-1F2D202A5452}"/>
                  </a:ext>
                </a:extLst>
              </p:cNvPr>
              <p:cNvGrpSpPr/>
              <p:nvPr/>
            </p:nvGrpSpPr>
            <p:grpSpPr>
              <a:xfrm rot="199363">
                <a:off x="8929037" y="2961892"/>
                <a:ext cx="701396" cy="641829"/>
                <a:chOff x="8870241" y="1241642"/>
                <a:chExt cx="701396" cy="641829"/>
              </a:xfrm>
              <a:solidFill>
                <a:schemeClr val="accent6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177" name="Freeform: Shape 176">
                  <a:extLst>
                    <a:ext uri="{FF2B5EF4-FFF2-40B4-BE49-F238E27FC236}">
                      <a16:creationId xmlns:a16="http://schemas.microsoft.com/office/drawing/2014/main" id="{059AA18D-5DE0-3FF7-2A41-B1F6CBF6AF08}"/>
                    </a:ext>
                  </a:extLst>
                </p:cNvPr>
                <p:cNvSpPr/>
                <p:nvPr/>
              </p:nvSpPr>
              <p:spPr>
                <a:xfrm>
                  <a:off x="8916171" y="1241642"/>
                  <a:ext cx="509580" cy="641829"/>
                </a:xfrm>
                <a:custGeom>
                  <a:avLst/>
                  <a:gdLst>
                    <a:gd name="csX0" fmla="*/ 88061 w 454001"/>
                    <a:gd name="csY0" fmla="*/ 530463 h 530463"/>
                    <a:gd name="csX1" fmla="*/ 25 w 454001"/>
                    <a:gd name="csY1" fmla="*/ 334114 h 530463"/>
                    <a:gd name="csX2" fmla="*/ 96278 w 454001"/>
                    <a:gd name="csY2" fmla="*/ 105514 h 530463"/>
                    <a:gd name="csX3" fmla="*/ 409099 w 454001"/>
                    <a:gd name="csY3" fmla="*/ 9261 h 530463"/>
                    <a:gd name="csX4" fmla="*/ 445194 w 454001"/>
                    <a:gd name="csY4" fmla="*/ 9261 h 53046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454001" h="530463">
                      <a:moveTo>
                        <a:pt x="88061" y="530463"/>
                      </a:moveTo>
                      <a:cubicBezTo>
                        <a:pt x="54974" y="459276"/>
                        <a:pt x="-1344" y="404939"/>
                        <a:pt x="25" y="334114"/>
                      </a:cubicBezTo>
                      <a:cubicBezTo>
                        <a:pt x="1394" y="263289"/>
                        <a:pt x="28099" y="159656"/>
                        <a:pt x="96278" y="105514"/>
                      </a:cubicBezTo>
                      <a:cubicBezTo>
                        <a:pt x="164457" y="51372"/>
                        <a:pt x="350946" y="25303"/>
                        <a:pt x="409099" y="9261"/>
                      </a:cubicBezTo>
                      <a:cubicBezTo>
                        <a:pt x="467252" y="-6781"/>
                        <a:pt x="456223" y="1240"/>
                        <a:pt x="445194" y="9261"/>
                      </a:cubicBezTo>
                    </a:path>
                  </a:pathLst>
                </a:custGeom>
                <a:grpFill/>
                <a:ln w="19050"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8" name="Freeform: Shape 177">
                  <a:extLst>
                    <a:ext uri="{FF2B5EF4-FFF2-40B4-BE49-F238E27FC236}">
                      <a16:creationId xmlns:a16="http://schemas.microsoft.com/office/drawing/2014/main" id="{FF32DB41-392B-D275-DFF6-7EC6600E87F2}"/>
                    </a:ext>
                  </a:extLst>
                </p:cNvPr>
                <p:cNvSpPr/>
                <p:nvPr/>
              </p:nvSpPr>
              <p:spPr>
                <a:xfrm rot="3507530" flipH="1">
                  <a:off x="9019782" y="1251608"/>
                  <a:ext cx="402314" cy="701396"/>
                </a:xfrm>
                <a:custGeom>
                  <a:avLst/>
                  <a:gdLst>
                    <a:gd name="csX0" fmla="*/ 82372 w 459491"/>
                    <a:gd name="csY0" fmla="*/ 578325 h 578325"/>
                    <a:gd name="csX1" fmla="*/ 77 w 459491"/>
                    <a:gd name="csY1" fmla="*/ 353878 h 578325"/>
                    <a:gd name="csX2" fmla="*/ 96330 w 459491"/>
                    <a:gd name="csY2" fmla="*/ 125278 h 578325"/>
                    <a:gd name="csX3" fmla="*/ 459491 w 459491"/>
                    <a:gd name="csY3" fmla="*/ 0 h 57832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459491" h="578325">
                      <a:moveTo>
                        <a:pt x="82372" y="578325"/>
                      </a:moveTo>
                      <a:cubicBezTo>
                        <a:pt x="49285" y="507138"/>
                        <a:pt x="-2249" y="429386"/>
                        <a:pt x="77" y="353878"/>
                      </a:cubicBezTo>
                      <a:cubicBezTo>
                        <a:pt x="2403" y="278370"/>
                        <a:pt x="19761" y="184258"/>
                        <a:pt x="96330" y="125278"/>
                      </a:cubicBezTo>
                      <a:cubicBezTo>
                        <a:pt x="172899" y="66298"/>
                        <a:pt x="387430" y="29114"/>
                        <a:pt x="459491" y="0"/>
                      </a:cubicBezTo>
                    </a:path>
                  </a:pathLst>
                </a:custGeom>
                <a:grpFill/>
                <a:ln w="19050"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174" name="Arc 173">
                <a:extLst>
                  <a:ext uri="{FF2B5EF4-FFF2-40B4-BE49-F238E27FC236}">
                    <a16:creationId xmlns:a16="http://schemas.microsoft.com/office/drawing/2014/main" id="{8963D2A9-5553-2F54-E613-7EEFD869DCDB}"/>
                  </a:ext>
                </a:extLst>
              </p:cNvPr>
              <p:cNvSpPr/>
              <p:nvPr/>
            </p:nvSpPr>
            <p:spPr>
              <a:xfrm rot="9605115">
                <a:off x="9052952" y="3203783"/>
                <a:ext cx="217029" cy="314740"/>
              </a:xfrm>
              <a:prstGeom prst="arc">
                <a:avLst/>
              </a:prstGeom>
              <a:ln w="19050">
                <a:solidFill>
                  <a:srgbClr val="13511C"/>
                </a:solidFill>
              </a:ln>
            </p:spPr>
            <p:style>
              <a:lnRef idx="2">
                <a:schemeClr val="accent3"/>
              </a:lnRef>
              <a:fillRef idx="0">
                <a:schemeClr val="accent3"/>
              </a:fillRef>
              <a:effectRef idx="1">
                <a:schemeClr val="accent3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5" name="Arc 174">
                <a:extLst>
                  <a:ext uri="{FF2B5EF4-FFF2-40B4-BE49-F238E27FC236}">
                    <a16:creationId xmlns:a16="http://schemas.microsoft.com/office/drawing/2014/main" id="{0DB0B9F5-19B9-3A99-6280-AF68061FBC61}"/>
                  </a:ext>
                </a:extLst>
              </p:cNvPr>
              <p:cNvSpPr/>
              <p:nvPr/>
            </p:nvSpPr>
            <p:spPr>
              <a:xfrm rot="9605115">
                <a:off x="9101911" y="3110260"/>
                <a:ext cx="217029" cy="314740"/>
              </a:xfrm>
              <a:prstGeom prst="arc">
                <a:avLst>
                  <a:gd name="adj1" fmla="val 15874131"/>
                  <a:gd name="adj2" fmla="val 1350044"/>
                </a:avLst>
              </a:prstGeom>
              <a:ln w="19050">
                <a:solidFill>
                  <a:srgbClr val="13511C"/>
                </a:solidFill>
              </a:ln>
            </p:spPr>
            <p:style>
              <a:lnRef idx="2">
                <a:schemeClr val="accent3"/>
              </a:lnRef>
              <a:fillRef idx="0">
                <a:schemeClr val="accent3"/>
              </a:fillRef>
              <a:effectRef idx="1">
                <a:schemeClr val="accent3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6" name="Arc 175">
                <a:extLst>
                  <a:ext uri="{FF2B5EF4-FFF2-40B4-BE49-F238E27FC236}">
                    <a16:creationId xmlns:a16="http://schemas.microsoft.com/office/drawing/2014/main" id="{26B2EFDA-189E-4610-7017-32185424EFCF}"/>
                  </a:ext>
                </a:extLst>
              </p:cNvPr>
              <p:cNvSpPr/>
              <p:nvPr/>
            </p:nvSpPr>
            <p:spPr>
              <a:xfrm rot="9605115">
                <a:off x="9197654" y="2984824"/>
                <a:ext cx="251670" cy="358188"/>
              </a:xfrm>
              <a:prstGeom prst="arc">
                <a:avLst>
                  <a:gd name="adj1" fmla="val 16200000"/>
                  <a:gd name="adj2" fmla="val 1800072"/>
                </a:avLst>
              </a:prstGeom>
              <a:ln w="19050">
                <a:solidFill>
                  <a:srgbClr val="13511C"/>
                </a:solidFill>
              </a:ln>
            </p:spPr>
            <p:style>
              <a:lnRef idx="2">
                <a:schemeClr val="accent3"/>
              </a:lnRef>
              <a:fillRef idx="0">
                <a:schemeClr val="accent3"/>
              </a:fillRef>
              <a:effectRef idx="1">
                <a:schemeClr val="accent3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72" name="Arc 171">
              <a:extLst>
                <a:ext uri="{FF2B5EF4-FFF2-40B4-BE49-F238E27FC236}">
                  <a16:creationId xmlns:a16="http://schemas.microsoft.com/office/drawing/2014/main" id="{CEF0D64E-4821-0A77-3962-1B509B6D22BB}"/>
                </a:ext>
              </a:extLst>
            </p:cNvPr>
            <p:cNvSpPr/>
            <p:nvPr/>
          </p:nvSpPr>
          <p:spPr>
            <a:xfrm rot="17619608">
              <a:off x="8646912" y="3332596"/>
              <a:ext cx="1617046" cy="914400"/>
            </a:xfrm>
            <a:prstGeom prst="arc">
              <a:avLst>
                <a:gd name="adj1" fmla="val 14834143"/>
                <a:gd name="adj2" fmla="val 19800071"/>
              </a:avLst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79" name="TextBox 178">
            <a:extLst>
              <a:ext uri="{FF2B5EF4-FFF2-40B4-BE49-F238E27FC236}">
                <a16:creationId xmlns:a16="http://schemas.microsoft.com/office/drawing/2014/main" id="{DBF87360-9603-A52C-EFCA-A2EEA1E183F8}"/>
              </a:ext>
            </a:extLst>
          </p:cNvPr>
          <p:cNvSpPr txBox="1"/>
          <p:nvPr/>
        </p:nvSpPr>
        <p:spPr>
          <a:xfrm>
            <a:off x="12637648" y="544287"/>
            <a:ext cx="30764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Study domain</a:t>
            </a: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3BCCAAB2-6C57-BFD3-0D15-65A3674808AD}"/>
              </a:ext>
            </a:extLst>
          </p:cNvPr>
          <p:cNvSpPr/>
          <p:nvPr/>
        </p:nvSpPr>
        <p:spPr>
          <a:xfrm>
            <a:off x="204084" y="185899"/>
            <a:ext cx="10072653" cy="2023971"/>
          </a:xfrm>
          <a:prstGeom prst="rect">
            <a:avLst/>
          </a:prstGeom>
          <a:solidFill>
            <a:schemeClr val="bg1"/>
          </a:solidFill>
          <a:ln w="38100"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Warm winter climate drivers</a:t>
            </a:r>
          </a:p>
          <a:p>
            <a:pPr algn="ctr"/>
            <a:endParaRPr lang="en-US" sz="4000" dirty="0">
              <a:solidFill>
                <a:schemeClr val="tx1"/>
              </a:solidFill>
            </a:endParaRPr>
          </a:p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210CCB7F-2A57-8B98-73B8-DABC8E807EC4}"/>
              </a:ext>
            </a:extLst>
          </p:cNvPr>
          <p:cNvSpPr txBox="1"/>
          <p:nvPr/>
        </p:nvSpPr>
        <p:spPr>
          <a:xfrm>
            <a:off x="13052793" y="1497213"/>
            <a:ext cx="22461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40–50°N, 80–95°W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C40FF9C8-BA08-E220-6C59-E2385C7120F0}"/>
              </a:ext>
            </a:extLst>
          </p:cNvPr>
          <p:cNvSpPr txBox="1"/>
          <p:nvPr/>
        </p:nvSpPr>
        <p:spPr>
          <a:xfrm>
            <a:off x="12646272" y="1030586"/>
            <a:ext cx="30592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Great Lakes region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5FEF6E0B-775B-D9D2-CDE4-454308172058}"/>
              </a:ext>
            </a:extLst>
          </p:cNvPr>
          <p:cNvSpPr txBox="1"/>
          <p:nvPr/>
        </p:nvSpPr>
        <p:spPr>
          <a:xfrm>
            <a:off x="11516265" y="8700077"/>
            <a:ext cx="542232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Northern temperate to boreal transition forest, oak-savanna, agricultural regions, and extensive freshwater ecosystems</a:t>
            </a:r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560FFC0F-2DF9-C2B2-041A-D839EF632879}"/>
              </a:ext>
            </a:extLst>
          </p:cNvPr>
          <p:cNvSpPr/>
          <p:nvPr/>
        </p:nvSpPr>
        <p:spPr>
          <a:xfrm>
            <a:off x="204084" y="9815273"/>
            <a:ext cx="10072652" cy="1102312"/>
          </a:xfrm>
          <a:prstGeom prst="rect">
            <a:avLst/>
          </a:prstGeom>
          <a:solidFill>
            <a:schemeClr val="bg1"/>
          </a:solidFill>
          <a:ln w="38100"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Synthesis and conclusions</a:t>
            </a:r>
          </a:p>
          <a:p>
            <a:pPr algn="ctr"/>
            <a:r>
              <a:rPr lang="en-US" sz="2400" dirty="0">
                <a:solidFill>
                  <a:schemeClr val="tx1"/>
                </a:solidFill>
              </a:rPr>
              <a:t>How do ecological processes respond to warming winters?</a:t>
            </a:r>
          </a:p>
        </p:txBody>
      </p: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07FCF54E-5118-4942-FD45-3806CDEFAF40}"/>
              </a:ext>
            </a:extLst>
          </p:cNvPr>
          <p:cNvGrpSpPr/>
          <p:nvPr/>
        </p:nvGrpSpPr>
        <p:grpSpPr>
          <a:xfrm>
            <a:off x="466447" y="822510"/>
            <a:ext cx="9547926" cy="1328301"/>
            <a:chOff x="221575" y="-568140"/>
            <a:chExt cx="9547926" cy="1328301"/>
          </a:xfrm>
        </p:grpSpPr>
        <p:sp>
          <p:nvSpPr>
            <p:cNvPr id="186" name="Rectangle: Rounded Corners 185">
              <a:extLst>
                <a:ext uri="{FF2B5EF4-FFF2-40B4-BE49-F238E27FC236}">
                  <a16:creationId xmlns:a16="http://schemas.microsoft.com/office/drawing/2014/main" id="{E69E00C2-0DA8-A450-C87C-CBEA2509405D}"/>
                </a:ext>
              </a:extLst>
            </p:cNvPr>
            <p:cNvSpPr/>
            <p:nvPr/>
          </p:nvSpPr>
          <p:spPr>
            <a:xfrm>
              <a:off x="5110196" y="-568140"/>
              <a:ext cx="4659305" cy="1303987"/>
            </a:xfrm>
            <a:prstGeom prst="roundRect">
              <a:avLst/>
            </a:prstGeom>
            <a:solidFill>
              <a:srgbClr val="FFF3F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tx1"/>
                  </a:solidFill>
                </a:rPr>
                <a:t>Less </a:t>
              </a:r>
              <a:r>
                <a:rPr lang="en-US" sz="2400" dirty="0">
                  <a:solidFill>
                    <a:srgbClr val="4BAFDD"/>
                  </a:solidFill>
                </a:rPr>
                <a:t>snowpack</a:t>
              </a:r>
              <a:endParaRPr lang="en-US" sz="4000" dirty="0">
                <a:solidFill>
                  <a:srgbClr val="4BAFDD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tx1"/>
                  </a:solidFill>
                </a:rPr>
                <a:t>Reduced snow cover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tx1"/>
                  </a:solidFill>
                </a:rPr>
                <a:t>Less insulation</a:t>
              </a:r>
            </a:p>
          </p:txBody>
        </p:sp>
        <p:grpSp>
          <p:nvGrpSpPr>
            <p:cNvPr id="187" name="Group 186">
              <a:extLst>
                <a:ext uri="{FF2B5EF4-FFF2-40B4-BE49-F238E27FC236}">
                  <a16:creationId xmlns:a16="http://schemas.microsoft.com/office/drawing/2014/main" id="{CBE0A099-6286-8D99-57EE-154547B1F08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671710" y="-378427"/>
              <a:ext cx="910418" cy="924560"/>
              <a:chOff x="3549103" y="941162"/>
              <a:chExt cx="924263" cy="938619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206" name="Group 205">
                <a:extLst>
                  <a:ext uri="{FF2B5EF4-FFF2-40B4-BE49-F238E27FC236}">
                    <a16:creationId xmlns:a16="http://schemas.microsoft.com/office/drawing/2014/main" id="{47ECF3E0-10C8-463C-6E19-4DFB371D1255}"/>
                  </a:ext>
                </a:extLst>
              </p:cNvPr>
              <p:cNvGrpSpPr/>
              <p:nvPr/>
            </p:nvGrpSpPr>
            <p:grpSpPr>
              <a:xfrm>
                <a:off x="3549103" y="1106665"/>
                <a:ext cx="924263" cy="645424"/>
                <a:chOff x="3542962" y="1137209"/>
                <a:chExt cx="924263" cy="645424"/>
              </a:xfrm>
            </p:grpSpPr>
            <p:cxnSp>
              <p:nvCxnSpPr>
                <p:cNvPr id="219" name="Straight Connector 218">
                  <a:extLst>
                    <a:ext uri="{FF2B5EF4-FFF2-40B4-BE49-F238E27FC236}">
                      <a16:creationId xmlns:a16="http://schemas.microsoft.com/office/drawing/2014/main" id="{F7211B2F-11FF-896C-2E48-76599270CC5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542963" y="1190311"/>
                  <a:ext cx="924262" cy="536179"/>
                </a:xfrm>
                <a:prstGeom prst="line">
                  <a:avLst/>
                </a:prstGeom>
                <a:ln w="38100"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0" name="Straight Connector 219">
                  <a:extLst>
                    <a:ext uri="{FF2B5EF4-FFF2-40B4-BE49-F238E27FC236}">
                      <a16:creationId xmlns:a16="http://schemas.microsoft.com/office/drawing/2014/main" id="{970C690E-1CB5-2687-26FE-3B76CF96DBF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42962" y="1294552"/>
                  <a:ext cx="163419" cy="0"/>
                </a:xfrm>
                <a:prstGeom prst="line">
                  <a:avLst/>
                </a:prstGeom>
                <a:ln w="38100"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1" name="Straight Connector 220">
                  <a:extLst>
                    <a:ext uri="{FF2B5EF4-FFF2-40B4-BE49-F238E27FC236}">
                      <a16:creationId xmlns:a16="http://schemas.microsoft.com/office/drawing/2014/main" id="{8024957A-2E0C-F33E-8716-8C1A91EF489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648811" y="1137209"/>
                  <a:ext cx="61481" cy="170602"/>
                </a:xfrm>
                <a:prstGeom prst="line">
                  <a:avLst/>
                </a:prstGeom>
                <a:ln w="38100"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2" name="Straight Connector 221">
                  <a:extLst>
                    <a:ext uri="{FF2B5EF4-FFF2-40B4-BE49-F238E27FC236}">
                      <a16:creationId xmlns:a16="http://schemas.microsoft.com/office/drawing/2014/main" id="{4E8C87F2-1AA8-DBAE-B5A5-A9CD52F3F0B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320060" y="1619521"/>
                  <a:ext cx="32820" cy="163112"/>
                </a:xfrm>
                <a:prstGeom prst="line">
                  <a:avLst/>
                </a:prstGeom>
                <a:ln w="38100"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3" name="Straight Connector 222">
                  <a:extLst>
                    <a:ext uri="{FF2B5EF4-FFF2-40B4-BE49-F238E27FC236}">
                      <a16:creationId xmlns:a16="http://schemas.microsoft.com/office/drawing/2014/main" id="{8F523D65-73AD-FD9A-DFEC-E4A9EC60AB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328339" y="1602581"/>
                  <a:ext cx="138886" cy="34799"/>
                </a:xfrm>
                <a:prstGeom prst="line">
                  <a:avLst/>
                </a:prstGeom>
                <a:ln w="38100"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7" name="Group 206">
                <a:extLst>
                  <a:ext uri="{FF2B5EF4-FFF2-40B4-BE49-F238E27FC236}">
                    <a16:creationId xmlns:a16="http://schemas.microsoft.com/office/drawing/2014/main" id="{8798829F-5116-8DFF-81B4-708A639B875E}"/>
                  </a:ext>
                </a:extLst>
              </p:cNvPr>
              <p:cNvGrpSpPr/>
              <p:nvPr/>
            </p:nvGrpSpPr>
            <p:grpSpPr>
              <a:xfrm rot="7200000">
                <a:off x="3586120" y="1094938"/>
                <a:ext cx="924263" cy="645424"/>
                <a:chOff x="3542962" y="1137209"/>
                <a:chExt cx="924263" cy="645424"/>
              </a:xfrm>
            </p:grpSpPr>
            <p:cxnSp>
              <p:nvCxnSpPr>
                <p:cNvPr id="214" name="Straight Connector 213">
                  <a:extLst>
                    <a:ext uri="{FF2B5EF4-FFF2-40B4-BE49-F238E27FC236}">
                      <a16:creationId xmlns:a16="http://schemas.microsoft.com/office/drawing/2014/main" id="{D515F663-5A2D-62E0-2950-69524EBA96E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542963" y="1190311"/>
                  <a:ext cx="924262" cy="536179"/>
                </a:xfrm>
                <a:prstGeom prst="line">
                  <a:avLst/>
                </a:prstGeom>
                <a:ln w="38100"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5" name="Straight Connector 214">
                  <a:extLst>
                    <a:ext uri="{FF2B5EF4-FFF2-40B4-BE49-F238E27FC236}">
                      <a16:creationId xmlns:a16="http://schemas.microsoft.com/office/drawing/2014/main" id="{86351333-B337-03D9-E97A-6F6245537E3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42962" y="1294552"/>
                  <a:ext cx="163419" cy="0"/>
                </a:xfrm>
                <a:prstGeom prst="line">
                  <a:avLst/>
                </a:prstGeom>
                <a:ln w="38100"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6" name="Straight Connector 215">
                  <a:extLst>
                    <a:ext uri="{FF2B5EF4-FFF2-40B4-BE49-F238E27FC236}">
                      <a16:creationId xmlns:a16="http://schemas.microsoft.com/office/drawing/2014/main" id="{464873F0-2B7E-A02F-C8FE-811BAC9C37A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648811" y="1137209"/>
                  <a:ext cx="61481" cy="170602"/>
                </a:xfrm>
                <a:prstGeom prst="line">
                  <a:avLst/>
                </a:prstGeom>
                <a:ln w="38100"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7" name="Straight Connector 216">
                  <a:extLst>
                    <a:ext uri="{FF2B5EF4-FFF2-40B4-BE49-F238E27FC236}">
                      <a16:creationId xmlns:a16="http://schemas.microsoft.com/office/drawing/2014/main" id="{C406A64C-A92C-3060-CBDA-521F0FD20B1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320060" y="1619521"/>
                  <a:ext cx="32820" cy="163112"/>
                </a:xfrm>
                <a:prstGeom prst="line">
                  <a:avLst/>
                </a:prstGeom>
                <a:ln w="38100"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8" name="Straight Connector 217">
                  <a:extLst>
                    <a:ext uri="{FF2B5EF4-FFF2-40B4-BE49-F238E27FC236}">
                      <a16:creationId xmlns:a16="http://schemas.microsoft.com/office/drawing/2014/main" id="{7305C409-B893-F8D6-8F1A-5886DBB1F02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328339" y="1602581"/>
                  <a:ext cx="138886" cy="34799"/>
                </a:xfrm>
                <a:prstGeom prst="line">
                  <a:avLst/>
                </a:prstGeom>
                <a:ln w="38100"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8" name="Group 207">
                <a:extLst>
                  <a:ext uri="{FF2B5EF4-FFF2-40B4-BE49-F238E27FC236}">
                    <a16:creationId xmlns:a16="http://schemas.microsoft.com/office/drawing/2014/main" id="{635F83B4-8164-09D8-644D-130A8386F8FB}"/>
                  </a:ext>
                </a:extLst>
              </p:cNvPr>
              <p:cNvGrpSpPr/>
              <p:nvPr/>
            </p:nvGrpSpPr>
            <p:grpSpPr>
              <a:xfrm rot="14400000">
                <a:off x="3564996" y="1080582"/>
                <a:ext cx="924263" cy="645424"/>
                <a:chOff x="3542962" y="1137209"/>
                <a:chExt cx="924263" cy="645424"/>
              </a:xfrm>
            </p:grpSpPr>
            <p:cxnSp>
              <p:nvCxnSpPr>
                <p:cNvPr id="209" name="Straight Connector 208">
                  <a:extLst>
                    <a:ext uri="{FF2B5EF4-FFF2-40B4-BE49-F238E27FC236}">
                      <a16:creationId xmlns:a16="http://schemas.microsoft.com/office/drawing/2014/main" id="{50B6DD93-44C4-0789-221F-F38FC9B65BB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542963" y="1190311"/>
                  <a:ext cx="924262" cy="536179"/>
                </a:xfrm>
                <a:prstGeom prst="line">
                  <a:avLst/>
                </a:prstGeom>
                <a:ln w="38100"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9">
                  <a:extLst>
                    <a:ext uri="{FF2B5EF4-FFF2-40B4-BE49-F238E27FC236}">
                      <a16:creationId xmlns:a16="http://schemas.microsoft.com/office/drawing/2014/main" id="{8CDB24F6-DA7F-F1A6-A4BB-3B9F897F44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42962" y="1294552"/>
                  <a:ext cx="163419" cy="0"/>
                </a:xfrm>
                <a:prstGeom prst="line">
                  <a:avLst/>
                </a:prstGeom>
                <a:ln w="38100"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1" name="Straight Connector 210">
                  <a:extLst>
                    <a:ext uri="{FF2B5EF4-FFF2-40B4-BE49-F238E27FC236}">
                      <a16:creationId xmlns:a16="http://schemas.microsoft.com/office/drawing/2014/main" id="{1A1C80A1-79D6-8B80-287B-9B638148E19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648811" y="1137209"/>
                  <a:ext cx="61481" cy="170602"/>
                </a:xfrm>
                <a:prstGeom prst="line">
                  <a:avLst/>
                </a:prstGeom>
                <a:ln w="38100"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2" name="Straight Connector 211">
                  <a:extLst>
                    <a:ext uri="{FF2B5EF4-FFF2-40B4-BE49-F238E27FC236}">
                      <a16:creationId xmlns:a16="http://schemas.microsoft.com/office/drawing/2014/main" id="{E5303630-AA92-A610-DEFD-94D51258C7A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320060" y="1619521"/>
                  <a:ext cx="32820" cy="163112"/>
                </a:xfrm>
                <a:prstGeom prst="line">
                  <a:avLst/>
                </a:prstGeom>
                <a:ln w="38100"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3" name="Straight Connector 212">
                  <a:extLst>
                    <a:ext uri="{FF2B5EF4-FFF2-40B4-BE49-F238E27FC236}">
                      <a16:creationId xmlns:a16="http://schemas.microsoft.com/office/drawing/2014/main" id="{1F63A407-1728-EEDC-7B1D-7948268788D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328339" y="1602581"/>
                  <a:ext cx="138886" cy="34799"/>
                </a:xfrm>
                <a:prstGeom prst="line">
                  <a:avLst/>
                </a:prstGeom>
                <a:ln w="38100"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88" name="Rectangle: Rounded Corners 187">
              <a:extLst>
                <a:ext uri="{FF2B5EF4-FFF2-40B4-BE49-F238E27FC236}">
                  <a16:creationId xmlns:a16="http://schemas.microsoft.com/office/drawing/2014/main" id="{DC76A4FA-F2EB-2B5C-6CF1-5C280DA9229E}"/>
                </a:ext>
              </a:extLst>
            </p:cNvPr>
            <p:cNvSpPr/>
            <p:nvPr/>
          </p:nvSpPr>
          <p:spPr>
            <a:xfrm>
              <a:off x="221575" y="-568140"/>
              <a:ext cx="4659305" cy="1328301"/>
            </a:xfrm>
            <a:prstGeom prst="roundRect">
              <a:avLst/>
            </a:prstGeom>
            <a:solidFill>
              <a:srgbClr val="FFF3F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rgbClr val="C00000"/>
                  </a:solidFill>
                </a:rPr>
                <a:t>Higher</a:t>
              </a:r>
              <a:r>
                <a:rPr lang="en-US" sz="2400" dirty="0">
                  <a:solidFill>
                    <a:schemeClr val="tx1"/>
                  </a:solidFill>
                </a:rPr>
                <a:t> air temperature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tx1"/>
                  </a:solidFill>
                </a:rPr>
                <a:t>Warmer winter (DJFM)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tx1"/>
                  </a:solidFill>
                </a:rPr>
                <a:t>ENSO influence</a:t>
              </a:r>
            </a:p>
          </p:txBody>
        </p:sp>
        <p:grpSp>
          <p:nvGrpSpPr>
            <p:cNvPr id="189" name="Group 188">
              <a:extLst>
                <a:ext uri="{FF2B5EF4-FFF2-40B4-BE49-F238E27FC236}">
                  <a16:creationId xmlns:a16="http://schemas.microsoft.com/office/drawing/2014/main" id="{F6703373-4A53-98AA-1339-1115A1769E2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67920" y="-371965"/>
              <a:ext cx="579362" cy="1048781"/>
              <a:chOff x="4371981" y="4845845"/>
              <a:chExt cx="1101216" cy="2376216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90" name="Oval 189">
                <a:extLst>
                  <a:ext uri="{FF2B5EF4-FFF2-40B4-BE49-F238E27FC236}">
                    <a16:creationId xmlns:a16="http://schemas.microsoft.com/office/drawing/2014/main" id="{25BD4063-9E9A-F3CF-A737-79CA8B03C11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71981" y="6078114"/>
                <a:ext cx="1101216" cy="1143947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1" name="Rectangle: Rounded Corners 190">
                <a:extLst>
                  <a:ext uri="{FF2B5EF4-FFF2-40B4-BE49-F238E27FC236}">
                    <a16:creationId xmlns:a16="http://schemas.microsoft.com/office/drawing/2014/main" id="{C17A3B23-2712-5995-BD44-DA575ED39D48}"/>
                  </a:ext>
                </a:extLst>
              </p:cNvPr>
              <p:cNvSpPr/>
              <p:nvPr/>
            </p:nvSpPr>
            <p:spPr>
              <a:xfrm>
                <a:off x="4685553" y="4845845"/>
                <a:ext cx="478118" cy="1655440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B544ED5C-ED55-F289-C69E-E57C4F83215C}"/>
                  </a:ext>
                </a:extLst>
              </p:cNvPr>
              <p:cNvSpPr/>
              <p:nvPr/>
            </p:nvSpPr>
            <p:spPr>
              <a:xfrm>
                <a:off x="5117721" y="6147578"/>
                <a:ext cx="105118" cy="257985"/>
              </a:xfrm>
              <a:custGeom>
                <a:avLst/>
                <a:gdLst>
                  <a:gd name="csX0" fmla="*/ 2381 w 100013"/>
                  <a:gd name="csY0" fmla="*/ 130969 h 185737"/>
                  <a:gd name="csX1" fmla="*/ 100013 w 100013"/>
                  <a:gd name="csY1" fmla="*/ 185737 h 185737"/>
                  <a:gd name="csX2" fmla="*/ 95250 w 100013"/>
                  <a:gd name="csY2" fmla="*/ 47625 h 185737"/>
                  <a:gd name="csX3" fmla="*/ 19050 w 100013"/>
                  <a:gd name="csY3" fmla="*/ 0 h 185737"/>
                  <a:gd name="csX4" fmla="*/ 0 w 100013"/>
                  <a:gd name="csY4" fmla="*/ 0 h 185737"/>
                  <a:gd name="csX5" fmla="*/ 2381 w 100013"/>
                  <a:gd name="csY5" fmla="*/ 130969 h 1857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100013" h="185737">
                    <a:moveTo>
                      <a:pt x="2381" y="130969"/>
                    </a:moveTo>
                    <a:lnTo>
                      <a:pt x="100013" y="185737"/>
                    </a:lnTo>
                    <a:lnTo>
                      <a:pt x="95250" y="47625"/>
                    </a:lnTo>
                    <a:lnTo>
                      <a:pt x="19050" y="0"/>
                    </a:lnTo>
                    <a:lnTo>
                      <a:pt x="0" y="0"/>
                    </a:lnTo>
                    <a:cubicBezTo>
                      <a:pt x="794" y="43656"/>
                      <a:pt x="1587" y="87313"/>
                      <a:pt x="2381" y="130969"/>
                    </a:cubicBezTo>
                    <a:close/>
                  </a:path>
                </a:pathLst>
              </a:custGeom>
              <a:solidFill>
                <a:schemeClr val="bg1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2898070D-9B00-8A79-2036-53373CB36797}"/>
                  </a:ext>
                </a:extLst>
              </p:cNvPr>
              <p:cNvSpPr/>
              <p:nvPr/>
            </p:nvSpPr>
            <p:spPr>
              <a:xfrm flipH="1">
                <a:off x="4626385" y="6141015"/>
                <a:ext cx="104639" cy="244176"/>
              </a:xfrm>
              <a:custGeom>
                <a:avLst/>
                <a:gdLst>
                  <a:gd name="csX0" fmla="*/ 2381 w 100013"/>
                  <a:gd name="csY0" fmla="*/ 130969 h 185737"/>
                  <a:gd name="csX1" fmla="*/ 100013 w 100013"/>
                  <a:gd name="csY1" fmla="*/ 185737 h 185737"/>
                  <a:gd name="csX2" fmla="*/ 95250 w 100013"/>
                  <a:gd name="csY2" fmla="*/ 47625 h 185737"/>
                  <a:gd name="csX3" fmla="*/ 19050 w 100013"/>
                  <a:gd name="csY3" fmla="*/ 0 h 185737"/>
                  <a:gd name="csX4" fmla="*/ 0 w 100013"/>
                  <a:gd name="csY4" fmla="*/ 0 h 185737"/>
                  <a:gd name="csX5" fmla="*/ 2381 w 100013"/>
                  <a:gd name="csY5" fmla="*/ 130969 h 1857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100013" h="185737">
                    <a:moveTo>
                      <a:pt x="2381" y="130969"/>
                    </a:moveTo>
                    <a:lnTo>
                      <a:pt x="100013" y="185737"/>
                    </a:lnTo>
                    <a:lnTo>
                      <a:pt x="95250" y="47625"/>
                    </a:lnTo>
                    <a:lnTo>
                      <a:pt x="19050" y="0"/>
                    </a:lnTo>
                    <a:lnTo>
                      <a:pt x="0" y="0"/>
                    </a:lnTo>
                    <a:cubicBezTo>
                      <a:pt x="794" y="43656"/>
                      <a:pt x="1587" y="87313"/>
                      <a:pt x="2381" y="130969"/>
                    </a:cubicBezTo>
                    <a:close/>
                  </a:path>
                </a:pathLst>
              </a:custGeom>
              <a:solidFill>
                <a:schemeClr val="bg1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4" name="Oval 193">
                <a:extLst>
                  <a:ext uri="{FF2B5EF4-FFF2-40B4-BE49-F238E27FC236}">
                    <a16:creationId xmlns:a16="http://schemas.microsoft.com/office/drawing/2014/main" id="{B0553EE6-62FF-89A8-2867-89F166B1BEC4}"/>
                  </a:ext>
                </a:extLst>
              </p:cNvPr>
              <p:cNvSpPr/>
              <p:nvPr/>
            </p:nvSpPr>
            <p:spPr>
              <a:xfrm>
                <a:off x="4461954" y="6224337"/>
                <a:ext cx="914400" cy="914400"/>
              </a:xfrm>
              <a:prstGeom prst="ellipse">
                <a:avLst/>
              </a:prstGeom>
              <a:solidFill>
                <a:srgbClr val="C00000"/>
              </a:solidFill>
              <a:ln w="190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5" name="Rectangle: Rounded Corners 194">
                <a:extLst>
                  <a:ext uri="{FF2B5EF4-FFF2-40B4-BE49-F238E27FC236}">
                    <a16:creationId xmlns:a16="http://schemas.microsoft.com/office/drawing/2014/main" id="{4900DD40-4587-1DFF-8AF0-E84C32206A0C}"/>
                  </a:ext>
                </a:extLst>
              </p:cNvPr>
              <p:cNvSpPr/>
              <p:nvPr/>
            </p:nvSpPr>
            <p:spPr>
              <a:xfrm>
                <a:off x="4731027" y="5213684"/>
                <a:ext cx="386694" cy="1557213"/>
              </a:xfrm>
              <a:prstGeom prst="roundRect">
                <a:avLst/>
              </a:prstGeom>
              <a:solidFill>
                <a:srgbClr val="C00000"/>
              </a:solidFill>
              <a:ln w="190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96" name="Straight Connector 195">
                <a:extLst>
                  <a:ext uri="{FF2B5EF4-FFF2-40B4-BE49-F238E27FC236}">
                    <a16:creationId xmlns:a16="http://schemas.microsoft.com/office/drawing/2014/main" id="{DF5CFA4C-EFDE-5419-2A00-5E48B897164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08884" y="5855368"/>
                <a:ext cx="208837" cy="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7" name="Straight Connector 196">
                <a:extLst>
                  <a:ext uri="{FF2B5EF4-FFF2-40B4-BE49-F238E27FC236}">
                    <a16:creationId xmlns:a16="http://schemas.microsoft.com/office/drawing/2014/main" id="{E9617BC2-8B07-A38C-0DDC-73A36447AEA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08884" y="5738632"/>
                <a:ext cx="208837" cy="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8" name="Straight Connector 197">
                <a:extLst>
                  <a:ext uri="{FF2B5EF4-FFF2-40B4-BE49-F238E27FC236}">
                    <a16:creationId xmlns:a16="http://schemas.microsoft.com/office/drawing/2014/main" id="{4F836326-882B-8607-0445-3E2FA1F7F4F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08884" y="5621895"/>
                <a:ext cx="208837" cy="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9" name="Straight Connector 198">
                <a:extLst>
                  <a:ext uri="{FF2B5EF4-FFF2-40B4-BE49-F238E27FC236}">
                    <a16:creationId xmlns:a16="http://schemas.microsoft.com/office/drawing/2014/main" id="{197DB70A-FCDC-B053-AD47-FB5C540818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08884" y="5388421"/>
                <a:ext cx="208837" cy="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0" name="Straight Connector 199">
                <a:extLst>
                  <a:ext uri="{FF2B5EF4-FFF2-40B4-BE49-F238E27FC236}">
                    <a16:creationId xmlns:a16="http://schemas.microsoft.com/office/drawing/2014/main" id="{6630CD02-EA47-ACA4-2C39-D72D660540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08884" y="5505158"/>
                <a:ext cx="208837" cy="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1" name="Straight Connector 200">
                <a:extLst>
                  <a:ext uri="{FF2B5EF4-FFF2-40B4-BE49-F238E27FC236}">
                    <a16:creationId xmlns:a16="http://schemas.microsoft.com/office/drawing/2014/main" id="{75D6A6DA-1D35-AF55-5DE6-1E819121C5A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08884" y="5271684"/>
                <a:ext cx="208837" cy="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2" name="Straight Connector 201">
                <a:extLst>
                  <a:ext uri="{FF2B5EF4-FFF2-40B4-BE49-F238E27FC236}">
                    <a16:creationId xmlns:a16="http://schemas.microsoft.com/office/drawing/2014/main" id="{DDA2AAD0-746C-CCCF-FA40-B6288D44010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08884" y="5154947"/>
                <a:ext cx="208837" cy="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3" name="Straight Connector 202">
                <a:extLst>
                  <a:ext uri="{FF2B5EF4-FFF2-40B4-BE49-F238E27FC236}">
                    <a16:creationId xmlns:a16="http://schemas.microsoft.com/office/drawing/2014/main" id="{9667C8C3-3D3D-77FB-05FA-E5BFF812B1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08884" y="5038210"/>
                <a:ext cx="208837" cy="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4" name="Straight Connector 203">
                <a:extLst>
                  <a:ext uri="{FF2B5EF4-FFF2-40B4-BE49-F238E27FC236}">
                    <a16:creationId xmlns:a16="http://schemas.microsoft.com/office/drawing/2014/main" id="{93903942-8BE7-A585-DC1A-BBF2551E0BB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08884" y="4921473"/>
                <a:ext cx="208837" cy="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5" name="Straight Connector 204">
                <a:extLst>
                  <a:ext uri="{FF2B5EF4-FFF2-40B4-BE49-F238E27FC236}">
                    <a16:creationId xmlns:a16="http://schemas.microsoft.com/office/drawing/2014/main" id="{8A319FF6-63C2-6B28-A865-2E6E0DEF94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08884" y="5959922"/>
                <a:ext cx="208837" cy="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224" name="Straight Arrow Connector 223">
            <a:extLst>
              <a:ext uri="{FF2B5EF4-FFF2-40B4-BE49-F238E27FC236}">
                <a16:creationId xmlns:a16="http://schemas.microsoft.com/office/drawing/2014/main" id="{3BAB927F-304A-CBC9-A9E2-B223844839B0}"/>
              </a:ext>
            </a:extLst>
          </p:cNvPr>
          <p:cNvCxnSpPr>
            <a:cxnSpLocks/>
          </p:cNvCxnSpPr>
          <p:nvPr/>
        </p:nvCxnSpPr>
        <p:spPr>
          <a:xfrm>
            <a:off x="5238135" y="9273279"/>
            <a:ext cx="0" cy="646556"/>
          </a:xfrm>
          <a:prstGeom prst="straightConnector1">
            <a:avLst/>
          </a:prstGeom>
          <a:ln w="76200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5" name="Rectangle 224">
            <a:extLst>
              <a:ext uri="{FF2B5EF4-FFF2-40B4-BE49-F238E27FC236}">
                <a16:creationId xmlns:a16="http://schemas.microsoft.com/office/drawing/2014/main" id="{7FBF9967-8FC3-E28C-9FEE-A46ABAAE5D13}"/>
              </a:ext>
            </a:extLst>
          </p:cNvPr>
          <p:cNvSpPr/>
          <p:nvPr/>
        </p:nvSpPr>
        <p:spPr>
          <a:xfrm>
            <a:off x="209550" y="2511235"/>
            <a:ext cx="10067186" cy="690283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A84FBED0-2C8D-E472-CC1E-51E6E0120F6B}"/>
              </a:ext>
            </a:extLst>
          </p:cNvPr>
          <p:cNvSpPr/>
          <p:nvPr/>
        </p:nvSpPr>
        <p:spPr>
          <a:xfrm>
            <a:off x="353929" y="3166888"/>
            <a:ext cx="9737796" cy="6135447"/>
          </a:xfrm>
          <a:prstGeom prst="rect">
            <a:avLst/>
          </a:prstGeom>
          <a:solidFill>
            <a:srgbClr val="EFF9E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282D4CD2-30D2-C627-6B4E-CCF571A0688E}"/>
              </a:ext>
            </a:extLst>
          </p:cNvPr>
          <p:cNvSpPr txBox="1"/>
          <p:nvPr/>
        </p:nvSpPr>
        <p:spPr>
          <a:xfrm>
            <a:off x="1417721" y="3301379"/>
            <a:ext cx="3045329" cy="681038"/>
          </a:xfrm>
          <a:prstGeom prst="roundRect">
            <a:avLst/>
          </a:prstGeom>
          <a:solidFill>
            <a:srgbClr val="CDE0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Climate</a:t>
            </a:r>
          </a:p>
          <a:p>
            <a:pPr algn="ctr"/>
            <a:r>
              <a:rPr lang="en-US" sz="1400" dirty="0"/>
              <a:t>NOAA, ENSO (ONI)</a:t>
            </a: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57326E5F-D175-4648-1FC5-73C829F329E2}"/>
              </a:ext>
            </a:extLst>
          </p:cNvPr>
          <p:cNvSpPr txBox="1"/>
          <p:nvPr/>
        </p:nvSpPr>
        <p:spPr>
          <a:xfrm>
            <a:off x="4463047" y="3267328"/>
            <a:ext cx="5457603" cy="783193"/>
          </a:xfrm>
          <a:prstGeom prst="roundRect">
            <a:avLst/>
          </a:prstGeom>
          <a:solidFill>
            <a:srgbClr val="CDE0E9"/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Less insulating snow promotes more variable and colder soil temperature</a:t>
            </a: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E66CC73C-B08B-367E-1622-38744FD4978A}"/>
              </a:ext>
            </a:extLst>
          </p:cNvPr>
          <p:cNvSpPr txBox="1"/>
          <p:nvPr/>
        </p:nvSpPr>
        <p:spPr>
          <a:xfrm>
            <a:off x="1436771" y="4144934"/>
            <a:ext cx="3045329" cy="681038"/>
          </a:xfrm>
          <a:prstGeom prst="roundRect">
            <a:avLst/>
          </a:prstGeom>
          <a:solidFill>
            <a:srgbClr val="D5F1CB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Phenology</a:t>
            </a:r>
          </a:p>
          <a:p>
            <a:pPr algn="ctr"/>
            <a:r>
              <a:rPr lang="en-US" sz="1400" dirty="0"/>
              <a:t>NEON, PhenoCam, MODIS</a:t>
            </a: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626937A8-B07A-14E4-64C3-75C7C3576BC3}"/>
              </a:ext>
            </a:extLst>
          </p:cNvPr>
          <p:cNvSpPr txBox="1"/>
          <p:nvPr/>
        </p:nvSpPr>
        <p:spPr>
          <a:xfrm>
            <a:off x="4482097" y="4093857"/>
            <a:ext cx="5457603" cy="783193"/>
          </a:xfrm>
          <a:prstGeom prst="roundRect">
            <a:avLst/>
          </a:prstGeom>
          <a:solidFill>
            <a:srgbClr val="D5F1CB"/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Uniform earlier start of leaf development in spring</a:t>
            </a: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407197F9-FBDD-53D2-FCEE-A7E9BC42DEB0}"/>
              </a:ext>
            </a:extLst>
          </p:cNvPr>
          <p:cNvSpPr txBox="1"/>
          <p:nvPr/>
        </p:nvSpPr>
        <p:spPr>
          <a:xfrm>
            <a:off x="1417721" y="4901877"/>
            <a:ext cx="3045329" cy="681038"/>
          </a:xfrm>
          <a:prstGeom prst="roundRect">
            <a:avLst/>
          </a:prstGeom>
          <a:solidFill>
            <a:srgbClr val="EDD8B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Soils</a:t>
            </a:r>
          </a:p>
          <a:p>
            <a:pPr algn="ctr"/>
            <a:r>
              <a:rPr lang="en-US" sz="1400" dirty="0"/>
              <a:t>NEON, UMBS, KBS, AmeriFlux</a:t>
            </a: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A0D815D3-47E6-483D-07C7-A14DCC040493}"/>
              </a:ext>
            </a:extLst>
          </p:cNvPr>
          <p:cNvSpPr txBox="1"/>
          <p:nvPr/>
        </p:nvSpPr>
        <p:spPr>
          <a:xfrm>
            <a:off x="4476073" y="4901877"/>
            <a:ext cx="5457604" cy="783193"/>
          </a:xfrm>
          <a:prstGeom prst="roundRect">
            <a:avLst/>
          </a:prstGeom>
          <a:solidFill>
            <a:srgbClr val="EDD8B9"/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More variable soil temperature promotes variable and greater carbon respiration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53415F42-5B9C-6A3E-6EB9-E833577AE200}"/>
              </a:ext>
            </a:extLst>
          </p:cNvPr>
          <p:cNvSpPr txBox="1"/>
          <p:nvPr/>
        </p:nvSpPr>
        <p:spPr>
          <a:xfrm>
            <a:off x="1417721" y="5719848"/>
            <a:ext cx="3045329" cy="681038"/>
          </a:xfrm>
          <a:prstGeom prst="roundRect">
            <a:avLst/>
          </a:prstGeom>
          <a:solidFill>
            <a:srgbClr val="D5F1CB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Ecosystem Fluxes</a:t>
            </a:r>
          </a:p>
          <a:p>
            <a:pPr algn="ctr"/>
            <a:r>
              <a:rPr lang="en-US" sz="1400" dirty="0"/>
              <a:t>Ameriflux/FLUXNET</a:t>
            </a: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369D3BF5-EE46-FCDE-0AE3-A42C3121DE79}"/>
              </a:ext>
            </a:extLst>
          </p:cNvPr>
          <p:cNvSpPr txBox="1"/>
          <p:nvPr/>
        </p:nvSpPr>
        <p:spPr>
          <a:xfrm>
            <a:off x="4476072" y="5718920"/>
            <a:ext cx="5457605" cy="715089"/>
          </a:xfrm>
          <a:prstGeom prst="roundRect">
            <a:avLst/>
          </a:prstGeom>
          <a:solidFill>
            <a:srgbClr val="D5F1CB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Wintertime NEE temperature sensitivity and basal NEE greatest during warm and wet winters</a:t>
            </a: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65EC9253-E54C-2293-05F6-7CBF08333B4E}"/>
              </a:ext>
            </a:extLst>
          </p:cNvPr>
          <p:cNvSpPr txBox="1"/>
          <p:nvPr/>
        </p:nvSpPr>
        <p:spPr>
          <a:xfrm>
            <a:off x="1417720" y="6690588"/>
            <a:ext cx="3045328" cy="646986"/>
          </a:xfrm>
          <a:prstGeom prst="roundRect">
            <a:avLst/>
          </a:prstGeom>
          <a:solidFill>
            <a:srgbClr val="D9F5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Aquatic biogeochemistry</a:t>
            </a:r>
          </a:p>
          <a:p>
            <a:pPr algn="ctr"/>
            <a:r>
              <a:rPr lang="en-US" sz="1400" dirty="0"/>
              <a:t>USGS, NTL-LTER</a:t>
            </a: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86FF2D5F-9EA4-4E4E-88F7-567F936FE0DA}"/>
              </a:ext>
            </a:extLst>
          </p:cNvPr>
          <p:cNvSpPr txBox="1"/>
          <p:nvPr/>
        </p:nvSpPr>
        <p:spPr>
          <a:xfrm>
            <a:off x="4476073" y="6689660"/>
            <a:ext cx="5520588" cy="715089"/>
          </a:xfrm>
          <a:prstGeom prst="roundRect">
            <a:avLst/>
          </a:prstGeom>
          <a:solidFill>
            <a:srgbClr val="D9F5FF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Reduced peak streamflow due to lower snowpack and earlier peak streamflow; earlier lake stratification</a:t>
            </a:r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EDE4BBCD-01E5-26D0-24AD-DC02894ECB60}"/>
              </a:ext>
            </a:extLst>
          </p:cNvPr>
          <p:cNvSpPr txBox="1"/>
          <p:nvPr/>
        </p:nvSpPr>
        <p:spPr>
          <a:xfrm>
            <a:off x="1417721" y="7506111"/>
            <a:ext cx="3045328" cy="919401"/>
          </a:xfrm>
          <a:prstGeom prst="roundRect">
            <a:avLst/>
          </a:prstGeom>
          <a:solidFill>
            <a:srgbClr val="D9F5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Great Lake evaporation</a:t>
            </a:r>
          </a:p>
          <a:p>
            <a:pPr algn="ctr"/>
            <a:r>
              <a:rPr lang="en-US" sz="1400" dirty="0"/>
              <a:t>NOAA GLSEA, Great Lakes evaporation network</a:t>
            </a: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07BBB2D1-5D0A-B4AE-2102-B716E851A130}"/>
              </a:ext>
            </a:extLst>
          </p:cNvPr>
          <p:cNvSpPr txBox="1"/>
          <p:nvPr/>
        </p:nvSpPr>
        <p:spPr>
          <a:xfrm>
            <a:off x="4476072" y="7591241"/>
            <a:ext cx="5457605" cy="783193"/>
          </a:xfrm>
          <a:prstGeom prst="roundRect">
            <a:avLst/>
          </a:prstGeom>
          <a:solidFill>
            <a:srgbClr val="D9F5FF"/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Reduced heat loss and evaporation results in less ice cover</a:t>
            </a: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AFF77008-8CE4-9BC3-CCFA-B0EF72AB0ECA}"/>
              </a:ext>
            </a:extLst>
          </p:cNvPr>
          <p:cNvSpPr txBox="1"/>
          <p:nvPr/>
        </p:nvSpPr>
        <p:spPr>
          <a:xfrm>
            <a:off x="1449388" y="8518952"/>
            <a:ext cx="3045329" cy="681038"/>
          </a:xfrm>
          <a:prstGeom prst="roundRect">
            <a:avLst/>
          </a:prstGeom>
          <a:solidFill>
            <a:srgbClr val="DDD4C5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Small mammals</a:t>
            </a:r>
          </a:p>
          <a:p>
            <a:pPr algn="ctr"/>
            <a:r>
              <a:rPr lang="en-US" sz="1400" dirty="0"/>
              <a:t>NEON</a:t>
            </a: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DB81D763-47F0-305B-1D32-92114FF0B5D1}"/>
              </a:ext>
            </a:extLst>
          </p:cNvPr>
          <p:cNvSpPr txBox="1"/>
          <p:nvPr/>
        </p:nvSpPr>
        <p:spPr>
          <a:xfrm>
            <a:off x="4476072" y="8484901"/>
            <a:ext cx="5444578" cy="783193"/>
          </a:xfrm>
          <a:prstGeom prst="roundRect">
            <a:avLst/>
          </a:prstGeom>
          <a:solidFill>
            <a:srgbClr val="DDD4C5"/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Changes in diversity based on different strategies for winter survival.</a:t>
            </a:r>
          </a:p>
        </p:txBody>
      </p: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2944ED43-7554-3486-8FC2-335C3A0C02FB}"/>
              </a:ext>
            </a:extLst>
          </p:cNvPr>
          <p:cNvGrpSpPr>
            <a:grpSpLocks noChangeAspect="1"/>
          </p:cNvGrpSpPr>
          <p:nvPr/>
        </p:nvGrpSpPr>
        <p:grpSpPr>
          <a:xfrm>
            <a:off x="684724" y="3420992"/>
            <a:ext cx="402373" cy="408623"/>
            <a:chOff x="3549103" y="941162"/>
            <a:chExt cx="924263" cy="93861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242" name="Group 241">
              <a:extLst>
                <a:ext uri="{FF2B5EF4-FFF2-40B4-BE49-F238E27FC236}">
                  <a16:creationId xmlns:a16="http://schemas.microsoft.com/office/drawing/2014/main" id="{1F174EE6-47C1-F3F6-B471-3940B494719A}"/>
                </a:ext>
              </a:extLst>
            </p:cNvPr>
            <p:cNvGrpSpPr/>
            <p:nvPr/>
          </p:nvGrpSpPr>
          <p:grpSpPr>
            <a:xfrm>
              <a:off x="3549103" y="1106665"/>
              <a:ext cx="924263" cy="645424"/>
              <a:chOff x="3542962" y="1137209"/>
              <a:chExt cx="924263" cy="645424"/>
            </a:xfrm>
          </p:grpSpPr>
          <p:cxnSp>
            <p:nvCxnSpPr>
              <p:cNvPr id="255" name="Straight Connector 254">
                <a:extLst>
                  <a:ext uri="{FF2B5EF4-FFF2-40B4-BE49-F238E27FC236}">
                    <a16:creationId xmlns:a16="http://schemas.microsoft.com/office/drawing/2014/main" id="{8EAC8843-AAD9-1224-AFD6-F21392B1FEC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542963" y="1190311"/>
                <a:ext cx="924262" cy="536179"/>
              </a:xfrm>
              <a:prstGeom prst="line">
                <a:avLst/>
              </a:prstGeom>
              <a:ln w="28575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" name="Straight Connector 255">
                <a:extLst>
                  <a:ext uri="{FF2B5EF4-FFF2-40B4-BE49-F238E27FC236}">
                    <a16:creationId xmlns:a16="http://schemas.microsoft.com/office/drawing/2014/main" id="{75374F09-4724-AC66-5467-E05C38D0B2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42962" y="1294552"/>
                <a:ext cx="163419" cy="0"/>
              </a:xfrm>
              <a:prstGeom prst="line">
                <a:avLst/>
              </a:prstGeom>
              <a:ln w="28575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7" name="Straight Connector 256">
                <a:extLst>
                  <a:ext uri="{FF2B5EF4-FFF2-40B4-BE49-F238E27FC236}">
                    <a16:creationId xmlns:a16="http://schemas.microsoft.com/office/drawing/2014/main" id="{5CA3A61C-5F82-27D7-BAE9-1B36915518A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648811" y="1137209"/>
                <a:ext cx="61481" cy="170602"/>
              </a:xfrm>
              <a:prstGeom prst="line">
                <a:avLst/>
              </a:prstGeom>
              <a:ln w="28575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8" name="Straight Connector 257">
                <a:extLst>
                  <a:ext uri="{FF2B5EF4-FFF2-40B4-BE49-F238E27FC236}">
                    <a16:creationId xmlns:a16="http://schemas.microsoft.com/office/drawing/2014/main" id="{79D8B678-8C80-6D4C-0EC9-EA19E2E775D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320060" y="1619521"/>
                <a:ext cx="32820" cy="163112"/>
              </a:xfrm>
              <a:prstGeom prst="line">
                <a:avLst/>
              </a:prstGeom>
              <a:ln w="28575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9" name="Straight Connector 258">
                <a:extLst>
                  <a:ext uri="{FF2B5EF4-FFF2-40B4-BE49-F238E27FC236}">
                    <a16:creationId xmlns:a16="http://schemas.microsoft.com/office/drawing/2014/main" id="{A2D80CEB-0004-C5AB-309C-189B4C3A871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328339" y="1602581"/>
                <a:ext cx="138886" cy="34799"/>
              </a:xfrm>
              <a:prstGeom prst="line">
                <a:avLst/>
              </a:prstGeom>
              <a:ln w="28575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3" name="Group 242">
              <a:extLst>
                <a:ext uri="{FF2B5EF4-FFF2-40B4-BE49-F238E27FC236}">
                  <a16:creationId xmlns:a16="http://schemas.microsoft.com/office/drawing/2014/main" id="{61EF3FD6-BD0D-E0B0-FBFC-A83BE699D348}"/>
                </a:ext>
              </a:extLst>
            </p:cNvPr>
            <p:cNvGrpSpPr/>
            <p:nvPr/>
          </p:nvGrpSpPr>
          <p:grpSpPr>
            <a:xfrm rot="7200000">
              <a:off x="3586120" y="1094938"/>
              <a:ext cx="924263" cy="645424"/>
              <a:chOff x="3542962" y="1137209"/>
              <a:chExt cx="924263" cy="645424"/>
            </a:xfrm>
          </p:grpSpPr>
          <p:cxnSp>
            <p:nvCxnSpPr>
              <p:cNvPr id="250" name="Straight Connector 249">
                <a:extLst>
                  <a:ext uri="{FF2B5EF4-FFF2-40B4-BE49-F238E27FC236}">
                    <a16:creationId xmlns:a16="http://schemas.microsoft.com/office/drawing/2014/main" id="{17B8AE7E-F7B0-7E26-660A-E99FE437A0B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542963" y="1190311"/>
                <a:ext cx="924262" cy="536179"/>
              </a:xfrm>
              <a:prstGeom prst="line">
                <a:avLst/>
              </a:prstGeom>
              <a:ln w="28575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1" name="Straight Connector 250">
                <a:extLst>
                  <a:ext uri="{FF2B5EF4-FFF2-40B4-BE49-F238E27FC236}">
                    <a16:creationId xmlns:a16="http://schemas.microsoft.com/office/drawing/2014/main" id="{25D5C8C1-033C-E6D9-42F0-E25B86E7A8A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42962" y="1294552"/>
                <a:ext cx="163419" cy="0"/>
              </a:xfrm>
              <a:prstGeom prst="line">
                <a:avLst/>
              </a:prstGeom>
              <a:ln w="28575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2" name="Straight Connector 251">
                <a:extLst>
                  <a:ext uri="{FF2B5EF4-FFF2-40B4-BE49-F238E27FC236}">
                    <a16:creationId xmlns:a16="http://schemas.microsoft.com/office/drawing/2014/main" id="{71C0CA39-B273-60B9-DF1D-9419FF1FE13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648811" y="1137209"/>
                <a:ext cx="61481" cy="170602"/>
              </a:xfrm>
              <a:prstGeom prst="line">
                <a:avLst/>
              </a:prstGeom>
              <a:ln w="28575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3" name="Straight Connector 252">
                <a:extLst>
                  <a:ext uri="{FF2B5EF4-FFF2-40B4-BE49-F238E27FC236}">
                    <a16:creationId xmlns:a16="http://schemas.microsoft.com/office/drawing/2014/main" id="{71F293FE-652A-A0E8-0458-72A0DE0F84A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320060" y="1619521"/>
                <a:ext cx="32820" cy="163112"/>
              </a:xfrm>
              <a:prstGeom prst="line">
                <a:avLst/>
              </a:prstGeom>
              <a:ln w="28575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4" name="Straight Connector 253">
                <a:extLst>
                  <a:ext uri="{FF2B5EF4-FFF2-40B4-BE49-F238E27FC236}">
                    <a16:creationId xmlns:a16="http://schemas.microsoft.com/office/drawing/2014/main" id="{C8B5AA01-CA90-19A9-9357-AB807FC63D7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328339" y="1602581"/>
                <a:ext cx="138886" cy="34799"/>
              </a:xfrm>
              <a:prstGeom prst="line">
                <a:avLst/>
              </a:prstGeom>
              <a:ln w="28575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4" name="Group 243">
              <a:extLst>
                <a:ext uri="{FF2B5EF4-FFF2-40B4-BE49-F238E27FC236}">
                  <a16:creationId xmlns:a16="http://schemas.microsoft.com/office/drawing/2014/main" id="{37D09D83-5288-D249-ECDA-034511C15CC5}"/>
                </a:ext>
              </a:extLst>
            </p:cNvPr>
            <p:cNvGrpSpPr/>
            <p:nvPr/>
          </p:nvGrpSpPr>
          <p:grpSpPr>
            <a:xfrm rot="14400000">
              <a:off x="3564996" y="1080582"/>
              <a:ext cx="924263" cy="645424"/>
              <a:chOff x="3542962" y="1137209"/>
              <a:chExt cx="924263" cy="645424"/>
            </a:xfrm>
          </p:grpSpPr>
          <p:cxnSp>
            <p:nvCxnSpPr>
              <p:cNvPr id="245" name="Straight Connector 244">
                <a:extLst>
                  <a:ext uri="{FF2B5EF4-FFF2-40B4-BE49-F238E27FC236}">
                    <a16:creationId xmlns:a16="http://schemas.microsoft.com/office/drawing/2014/main" id="{530DA374-E954-9A34-7131-CDB5E33A4B1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542963" y="1190311"/>
                <a:ext cx="924262" cy="536179"/>
              </a:xfrm>
              <a:prstGeom prst="line">
                <a:avLst/>
              </a:prstGeom>
              <a:ln w="28575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" name="Straight Connector 245">
                <a:extLst>
                  <a:ext uri="{FF2B5EF4-FFF2-40B4-BE49-F238E27FC236}">
                    <a16:creationId xmlns:a16="http://schemas.microsoft.com/office/drawing/2014/main" id="{39B571F4-6274-7ACD-D239-6660C943DD7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42962" y="1294552"/>
                <a:ext cx="163419" cy="0"/>
              </a:xfrm>
              <a:prstGeom prst="line">
                <a:avLst/>
              </a:prstGeom>
              <a:ln w="28575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7" name="Straight Connector 246">
                <a:extLst>
                  <a:ext uri="{FF2B5EF4-FFF2-40B4-BE49-F238E27FC236}">
                    <a16:creationId xmlns:a16="http://schemas.microsoft.com/office/drawing/2014/main" id="{C589B645-385C-B85C-FD4D-ED7FC41AFB1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648811" y="1137209"/>
                <a:ext cx="61481" cy="170602"/>
              </a:xfrm>
              <a:prstGeom prst="line">
                <a:avLst/>
              </a:prstGeom>
              <a:ln w="28575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8" name="Straight Connector 247">
                <a:extLst>
                  <a:ext uri="{FF2B5EF4-FFF2-40B4-BE49-F238E27FC236}">
                    <a16:creationId xmlns:a16="http://schemas.microsoft.com/office/drawing/2014/main" id="{2DC50234-96D0-E5D8-442C-0ED25453DD7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320060" y="1619521"/>
                <a:ext cx="32820" cy="163112"/>
              </a:xfrm>
              <a:prstGeom prst="line">
                <a:avLst/>
              </a:prstGeom>
              <a:ln w="28575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9" name="Straight Connector 248">
                <a:extLst>
                  <a:ext uri="{FF2B5EF4-FFF2-40B4-BE49-F238E27FC236}">
                    <a16:creationId xmlns:a16="http://schemas.microsoft.com/office/drawing/2014/main" id="{4F541777-CF87-1E98-B330-6A84A918459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328339" y="1602581"/>
                <a:ext cx="138886" cy="34799"/>
              </a:xfrm>
              <a:prstGeom prst="line">
                <a:avLst/>
              </a:prstGeom>
              <a:ln w="28575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60" name="Group 259">
            <a:extLst>
              <a:ext uri="{FF2B5EF4-FFF2-40B4-BE49-F238E27FC236}">
                <a16:creationId xmlns:a16="http://schemas.microsoft.com/office/drawing/2014/main" id="{C845C8E8-111A-6BF8-A7E1-425E6062B3C2}"/>
              </a:ext>
            </a:extLst>
          </p:cNvPr>
          <p:cNvGrpSpPr>
            <a:grpSpLocks noChangeAspect="1"/>
          </p:cNvGrpSpPr>
          <p:nvPr/>
        </p:nvGrpSpPr>
        <p:grpSpPr>
          <a:xfrm>
            <a:off x="729118" y="6770967"/>
            <a:ext cx="313584" cy="456891"/>
            <a:chOff x="9802396" y="1241642"/>
            <a:chExt cx="590237" cy="85997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261" name="Group 260">
              <a:extLst>
                <a:ext uri="{FF2B5EF4-FFF2-40B4-BE49-F238E27FC236}">
                  <a16:creationId xmlns:a16="http://schemas.microsoft.com/office/drawing/2014/main" id="{0219CB33-DD74-B098-A4D4-6289A5E96659}"/>
                </a:ext>
              </a:extLst>
            </p:cNvPr>
            <p:cNvGrpSpPr/>
            <p:nvPr/>
          </p:nvGrpSpPr>
          <p:grpSpPr>
            <a:xfrm>
              <a:off x="9802396" y="1241642"/>
              <a:ext cx="545924" cy="859973"/>
              <a:chOff x="10625915" y="816501"/>
              <a:chExt cx="680922" cy="1056699"/>
            </a:xfrm>
          </p:grpSpPr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B485E9F5-9450-8986-B249-110E3512798A}"/>
                  </a:ext>
                </a:extLst>
              </p:cNvPr>
              <p:cNvSpPr/>
              <p:nvPr/>
            </p:nvSpPr>
            <p:spPr>
              <a:xfrm>
                <a:off x="10625915" y="822851"/>
                <a:ext cx="365935" cy="1050349"/>
              </a:xfrm>
              <a:custGeom>
                <a:avLst/>
                <a:gdLst>
                  <a:gd name="csX0" fmla="*/ 350872 w 365935"/>
                  <a:gd name="csY0" fmla="*/ 0 h 1050349"/>
                  <a:gd name="csX1" fmla="*/ 259609 w 365935"/>
                  <a:gd name="csY1" fmla="*/ 187104 h 1050349"/>
                  <a:gd name="csX2" fmla="*/ 110754 w 365935"/>
                  <a:gd name="csY2" fmla="*/ 389122 h 1050349"/>
                  <a:gd name="csX3" fmla="*/ 15061 w 365935"/>
                  <a:gd name="csY3" fmla="*/ 580508 h 1050349"/>
                  <a:gd name="csX4" fmla="*/ 4428 w 365935"/>
                  <a:gd name="csY4" fmla="*/ 771894 h 1050349"/>
                  <a:gd name="csX5" fmla="*/ 57591 w 365935"/>
                  <a:gd name="csY5" fmla="*/ 931383 h 1050349"/>
                  <a:gd name="csX6" fmla="*/ 217079 w 365935"/>
                  <a:gd name="csY6" fmla="*/ 1037708 h 1050349"/>
                  <a:gd name="csX7" fmla="*/ 365935 w 365935"/>
                  <a:gd name="csY7" fmla="*/ 1048341 h 1050349"/>
                  <a:gd name="csX8" fmla="*/ 365935 w 365935"/>
                  <a:gd name="csY8" fmla="*/ 1048341 h 105034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365935" h="1050349">
                    <a:moveTo>
                      <a:pt x="350872" y="0"/>
                    </a:moveTo>
                    <a:cubicBezTo>
                      <a:pt x="341125" y="58479"/>
                      <a:pt x="299629" y="122250"/>
                      <a:pt x="259609" y="187104"/>
                    </a:cubicBezTo>
                    <a:cubicBezTo>
                      <a:pt x="219589" y="251958"/>
                      <a:pt x="151512" y="323555"/>
                      <a:pt x="110754" y="389122"/>
                    </a:cubicBezTo>
                    <a:cubicBezTo>
                      <a:pt x="69996" y="454689"/>
                      <a:pt x="32782" y="516713"/>
                      <a:pt x="15061" y="580508"/>
                    </a:cubicBezTo>
                    <a:cubicBezTo>
                      <a:pt x="-2660" y="644303"/>
                      <a:pt x="-2660" y="713415"/>
                      <a:pt x="4428" y="771894"/>
                    </a:cubicBezTo>
                    <a:cubicBezTo>
                      <a:pt x="11516" y="830373"/>
                      <a:pt x="22149" y="887081"/>
                      <a:pt x="57591" y="931383"/>
                    </a:cubicBezTo>
                    <a:cubicBezTo>
                      <a:pt x="93033" y="975685"/>
                      <a:pt x="165688" y="1018215"/>
                      <a:pt x="217079" y="1037708"/>
                    </a:cubicBezTo>
                    <a:cubicBezTo>
                      <a:pt x="268470" y="1057201"/>
                      <a:pt x="365935" y="1048341"/>
                      <a:pt x="365935" y="1048341"/>
                    </a:cubicBezTo>
                    <a:lnTo>
                      <a:pt x="365935" y="1048341"/>
                    </a:lnTo>
                  </a:path>
                </a:pathLst>
              </a:custGeom>
              <a:solidFill>
                <a:srgbClr val="00B0F0"/>
              </a:solidFill>
              <a:ln w="1905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082FCD77-FD35-8771-A49A-786D56E68886}"/>
                  </a:ext>
                </a:extLst>
              </p:cNvPr>
              <p:cNvSpPr/>
              <p:nvPr/>
            </p:nvSpPr>
            <p:spPr>
              <a:xfrm flipH="1">
                <a:off x="10940902" y="816501"/>
                <a:ext cx="365935" cy="1056699"/>
              </a:xfrm>
              <a:custGeom>
                <a:avLst/>
                <a:gdLst>
                  <a:gd name="csX0" fmla="*/ 338172 w 365935"/>
                  <a:gd name="csY0" fmla="*/ 0 h 1056699"/>
                  <a:gd name="csX1" fmla="*/ 259609 w 365935"/>
                  <a:gd name="csY1" fmla="*/ 193454 h 1056699"/>
                  <a:gd name="csX2" fmla="*/ 110754 w 365935"/>
                  <a:gd name="csY2" fmla="*/ 395472 h 1056699"/>
                  <a:gd name="csX3" fmla="*/ 15061 w 365935"/>
                  <a:gd name="csY3" fmla="*/ 586858 h 1056699"/>
                  <a:gd name="csX4" fmla="*/ 4428 w 365935"/>
                  <a:gd name="csY4" fmla="*/ 778244 h 1056699"/>
                  <a:gd name="csX5" fmla="*/ 57591 w 365935"/>
                  <a:gd name="csY5" fmla="*/ 937733 h 1056699"/>
                  <a:gd name="csX6" fmla="*/ 217079 w 365935"/>
                  <a:gd name="csY6" fmla="*/ 1044058 h 1056699"/>
                  <a:gd name="csX7" fmla="*/ 365935 w 365935"/>
                  <a:gd name="csY7" fmla="*/ 1054691 h 1056699"/>
                  <a:gd name="csX8" fmla="*/ 365935 w 365935"/>
                  <a:gd name="csY8" fmla="*/ 1054691 h 10566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365935" h="1056699">
                    <a:moveTo>
                      <a:pt x="338172" y="0"/>
                    </a:moveTo>
                    <a:cubicBezTo>
                      <a:pt x="328425" y="58479"/>
                      <a:pt x="297512" y="127542"/>
                      <a:pt x="259609" y="193454"/>
                    </a:cubicBezTo>
                    <a:cubicBezTo>
                      <a:pt x="221706" y="259366"/>
                      <a:pt x="151512" y="329905"/>
                      <a:pt x="110754" y="395472"/>
                    </a:cubicBezTo>
                    <a:cubicBezTo>
                      <a:pt x="69996" y="461039"/>
                      <a:pt x="32782" y="523063"/>
                      <a:pt x="15061" y="586858"/>
                    </a:cubicBezTo>
                    <a:cubicBezTo>
                      <a:pt x="-2660" y="650653"/>
                      <a:pt x="-2660" y="719765"/>
                      <a:pt x="4428" y="778244"/>
                    </a:cubicBezTo>
                    <a:cubicBezTo>
                      <a:pt x="11516" y="836723"/>
                      <a:pt x="22149" y="893431"/>
                      <a:pt x="57591" y="937733"/>
                    </a:cubicBezTo>
                    <a:cubicBezTo>
                      <a:pt x="93033" y="982035"/>
                      <a:pt x="165688" y="1024565"/>
                      <a:pt x="217079" y="1044058"/>
                    </a:cubicBezTo>
                    <a:cubicBezTo>
                      <a:pt x="268470" y="1063551"/>
                      <a:pt x="365935" y="1054691"/>
                      <a:pt x="365935" y="1054691"/>
                    </a:cubicBezTo>
                    <a:lnTo>
                      <a:pt x="365935" y="1054691"/>
                    </a:lnTo>
                  </a:path>
                </a:pathLst>
              </a:custGeom>
              <a:solidFill>
                <a:srgbClr val="00B0F0"/>
              </a:solidFill>
              <a:ln w="1905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62" name="Arc 261">
              <a:extLst>
                <a:ext uri="{FF2B5EF4-FFF2-40B4-BE49-F238E27FC236}">
                  <a16:creationId xmlns:a16="http://schemas.microsoft.com/office/drawing/2014/main" id="{D7169B6E-2773-9E72-ED56-D0300C2F8623}"/>
                </a:ext>
              </a:extLst>
            </p:cNvPr>
            <p:cNvSpPr/>
            <p:nvPr/>
          </p:nvSpPr>
          <p:spPr>
            <a:xfrm rot="10502785">
              <a:off x="9904697" y="1690156"/>
              <a:ext cx="487936" cy="360710"/>
            </a:xfrm>
            <a:prstGeom prst="arc">
              <a:avLst>
                <a:gd name="adj1" fmla="val 17712645"/>
                <a:gd name="adj2" fmla="val 0"/>
              </a:avLst>
            </a:prstGeom>
            <a:noFill/>
            <a:ln w="190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5" name="Group 264">
            <a:extLst>
              <a:ext uri="{FF2B5EF4-FFF2-40B4-BE49-F238E27FC236}">
                <a16:creationId xmlns:a16="http://schemas.microsoft.com/office/drawing/2014/main" id="{B0C71BDE-BDB6-AD46-AF18-8929F70CDB0D}"/>
              </a:ext>
            </a:extLst>
          </p:cNvPr>
          <p:cNvGrpSpPr/>
          <p:nvPr/>
        </p:nvGrpSpPr>
        <p:grpSpPr>
          <a:xfrm>
            <a:off x="582315" y="5758525"/>
            <a:ext cx="607191" cy="537765"/>
            <a:chOff x="5579194" y="1092984"/>
            <a:chExt cx="866716" cy="78320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66" name="Rectangle 265">
              <a:extLst>
                <a:ext uri="{FF2B5EF4-FFF2-40B4-BE49-F238E27FC236}">
                  <a16:creationId xmlns:a16="http://schemas.microsoft.com/office/drawing/2014/main" id="{8CEE0AF8-8A00-4A46-3336-E3759DA9439F}"/>
                </a:ext>
              </a:extLst>
            </p:cNvPr>
            <p:cNvSpPr/>
            <p:nvPr/>
          </p:nvSpPr>
          <p:spPr>
            <a:xfrm>
              <a:off x="5704704" y="1695946"/>
              <a:ext cx="63517" cy="177254"/>
            </a:xfrm>
            <a:prstGeom prst="rect">
              <a:avLst/>
            </a:prstGeom>
            <a:solidFill>
              <a:srgbClr val="5D513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7" name="Rectangle 266">
              <a:extLst>
                <a:ext uri="{FF2B5EF4-FFF2-40B4-BE49-F238E27FC236}">
                  <a16:creationId xmlns:a16="http://schemas.microsoft.com/office/drawing/2014/main" id="{BDDC575F-4F9C-2B17-AE5C-0768EE8869F2}"/>
                </a:ext>
              </a:extLst>
            </p:cNvPr>
            <p:cNvSpPr/>
            <p:nvPr/>
          </p:nvSpPr>
          <p:spPr>
            <a:xfrm>
              <a:off x="6114522" y="1593119"/>
              <a:ext cx="91793" cy="283069"/>
            </a:xfrm>
            <a:prstGeom prst="rect">
              <a:avLst/>
            </a:prstGeom>
            <a:solidFill>
              <a:srgbClr val="5D513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0B459314-BC05-D079-6F32-A8EF1933EF04}"/>
                </a:ext>
              </a:extLst>
            </p:cNvPr>
            <p:cNvSpPr/>
            <p:nvPr/>
          </p:nvSpPr>
          <p:spPr>
            <a:xfrm>
              <a:off x="5874928" y="1218530"/>
              <a:ext cx="570982" cy="454326"/>
            </a:xfrm>
            <a:custGeom>
              <a:avLst/>
              <a:gdLst>
                <a:gd name="csX0" fmla="*/ 323282 w 570982"/>
                <a:gd name="csY0" fmla="*/ 508042 h 517291"/>
                <a:gd name="csX1" fmla="*/ 421803 w 570982"/>
                <a:gd name="csY1" fmla="*/ 514200 h 517291"/>
                <a:gd name="csX2" fmla="*/ 501852 w 570982"/>
                <a:gd name="csY2" fmla="*/ 471097 h 517291"/>
                <a:gd name="csX3" fmla="*/ 514167 w 570982"/>
                <a:gd name="csY3" fmla="*/ 421836 h 517291"/>
                <a:gd name="csX4" fmla="*/ 486458 w 570982"/>
                <a:gd name="csY4" fmla="*/ 357181 h 517291"/>
                <a:gd name="csX5" fmla="*/ 538797 w 570982"/>
                <a:gd name="csY5" fmla="*/ 314078 h 517291"/>
                <a:gd name="csX6" fmla="*/ 566506 w 570982"/>
                <a:gd name="csY6" fmla="*/ 267897 h 517291"/>
                <a:gd name="csX7" fmla="*/ 566506 w 570982"/>
                <a:gd name="csY7" fmla="*/ 215557 h 517291"/>
                <a:gd name="csX8" fmla="*/ 523403 w 570982"/>
                <a:gd name="csY8" fmla="*/ 169375 h 517291"/>
                <a:gd name="csX9" fmla="*/ 474143 w 570982"/>
                <a:gd name="csY9" fmla="*/ 135509 h 517291"/>
                <a:gd name="csX10" fmla="*/ 467985 w 570982"/>
                <a:gd name="csY10" fmla="*/ 89327 h 517291"/>
                <a:gd name="csX11" fmla="*/ 424882 w 570982"/>
                <a:gd name="csY11" fmla="*/ 52381 h 517291"/>
                <a:gd name="csX12" fmla="*/ 354070 w 570982"/>
                <a:gd name="csY12" fmla="*/ 12357 h 517291"/>
                <a:gd name="csX13" fmla="*/ 307888 w 570982"/>
                <a:gd name="csY13" fmla="*/ 42 h 517291"/>
                <a:gd name="csX14" fmla="*/ 277100 w 570982"/>
                <a:gd name="csY14" fmla="*/ 15436 h 517291"/>
                <a:gd name="csX15" fmla="*/ 249391 w 570982"/>
                <a:gd name="csY15" fmla="*/ 33909 h 517291"/>
                <a:gd name="csX16" fmla="*/ 163185 w 570982"/>
                <a:gd name="csY16" fmla="*/ 24672 h 517291"/>
                <a:gd name="csX17" fmla="*/ 120082 w 570982"/>
                <a:gd name="csY17" fmla="*/ 9278 h 517291"/>
                <a:gd name="csX18" fmla="*/ 83137 w 570982"/>
                <a:gd name="csY18" fmla="*/ 12357 h 517291"/>
                <a:gd name="csX19" fmla="*/ 49270 w 570982"/>
                <a:gd name="csY19" fmla="*/ 55460 h 517291"/>
                <a:gd name="csX20" fmla="*/ 15403 w 570982"/>
                <a:gd name="csY20" fmla="*/ 101642 h 517291"/>
                <a:gd name="csX21" fmla="*/ 24640 w 570982"/>
                <a:gd name="csY21" fmla="*/ 147824 h 517291"/>
                <a:gd name="csX22" fmla="*/ 52349 w 570982"/>
                <a:gd name="csY22" fmla="*/ 209400 h 517291"/>
                <a:gd name="csX23" fmla="*/ 27718 w 570982"/>
                <a:gd name="csY23" fmla="*/ 258660 h 517291"/>
                <a:gd name="csX24" fmla="*/ 9 w 570982"/>
                <a:gd name="csY24" fmla="*/ 295606 h 517291"/>
                <a:gd name="csX25" fmla="*/ 30797 w 570982"/>
                <a:gd name="csY25" fmla="*/ 369497 h 517291"/>
                <a:gd name="csX26" fmla="*/ 110846 w 570982"/>
                <a:gd name="csY26" fmla="*/ 375654 h 517291"/>
                <a:gd name="csX27" fmla="*/ 101609 w 570982"/>
                <a:gd name="csY27" fmla="*/ 434151 h 517291"/>
                <a:gd name="csX28" fmla="*/ 86215 w 570982"/>
                <a:gd name="csY28" fmla="*/ 489569 h 517291"/>
                <a:gd name="csX29" fmla="*/ 169343 w 570982"/>
                <a:gd name="csY29" fmla="*/ 517278 h 517291"/>
                <a:gd name="csX30" fmla="*/ 237076 w 570982"/>
                <a:gd name="csY30" fmla="*/ 486491 h 517291"/>
                <a:gd name="csX31" fmla="*/ 323282 w 570982"/>
                <a:gd name="csY31" fmla="*/ 508042 h 5172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570982" h="517291">
                  <a:moveTo>
                    <a:pt x="323282" y="508042"/>
                  </a:moveTo>
                  <a:cubicBezTo>
                    <a:pt x="354070" y="512660"/>
                    <a:pt x="392041" y="520358"/>
                    <a:pt x="421803" y="514200"/>
                  </a:cubicBezTo>
                  <a:cubicBezTo>
                    <a:pt x="451565" y="508042"/>
                    <a:pt x="486458" y="486491"/>
                    <a:pt x="501852" y="471097"/>
                  </a:cubicBezTo>
                  <a:cubicBezTo>
                    <a:pt x="517246" y="455703"/>
                    <a:pt x="516733" y="440822"/>
                    <a:pt x="514167" y="421836"/>
                  </a:cubicBezTo>
                  <a:cubicBezTo>
                    <a:pt x="511601" y="402850"/>
                    <a:pt x="482353" y="375141"/>
                    <a:pt x="486458" y="357181"/>
                  </a:cubicBezTo>
                  <a:cubicBezTo>
                    <a:pt x="490563" y="339221"/>
                    <a:pt x="525456" y="328959"/>
                    <a:pt x="538797" y="314078"/>
                  </a:cubicBezTo>
                  <a:cubicBezTo>
                    <a:pt x="552138" y="299197"/>
                    <a:pt x="561888" y="284317"/>
                    <a:pt x="566506" y="267897"/>
                  </a:cubicBezTo>
                  <a:cubicBezTo>
                    <a:pt x="571124" y="251477"/>
                    <a:pt x="573690" y="231977"/>
                    <a:pt x="566506" y="215557"/>
                  </a:cubicBezTo>
                  <a:cubicBezTo>
                    <a:pt x="559322" y="199137"/>
                    <a:pt x="538797" y="182716"/>
                    <a:pt x="523403" y="169375"/>
                  </a:cubicBezTo>
                  <a:cubicBezTo>
                    <a:pt x="508009" y="156034"/>
                    <a:pt x="483379" y="148850"/>
                    <a:pt x="474143" y="135509"/>
                  </a:cubicBezTo>
                  <a:cubicBezTo>
                    <a:pt x="464907" y="122168"/>
                    <a:pt x="476195" y="103182"/>
                    <a:pt x="467985" y="89327"/>
                  </a:cubicBezTo>
                  <a:cubicBezTo>
                    <a:pt x="459775" y="75472"/>
                    <a:pt x="443868" y="65209"/>
                    <a:pt x="424882" y="52381"/>
                  </a:cubicBezTo>
                  <a:cubicBezTo>
                    <a:pt x="405896" y="39553"/>
                    <a:pt x="373569" y="21080"/>
                    <a:pt x="354070" y="12357"/>
                  </a:cubicBezTo>
                  <a:cubicBezTo>
                    <a:pt x="334571" y="3634"/>
                    <a:pt x="320716" y="-471"/>
                    <a:pt x="307888" y="42"/>
                  </a:cubicBezTo>
                  <a:cubicBezTo>
                    <a:pt x="295060" y="555"/>
                    <a:pt x="286849" y="9792"/>
                    <a:pt x="277100" y="15436"/>
                  </a:cubicBezTo>
                  <a:cubicBezTo>
                    <a:pt x="267351" y="21080"/>
                    <a:pt x="268377" y="32370"/>
                    <a:pt x="249391" y="33909"/>
                  </a:cubicBezTo>
                  <a:cubicBezTo>
                    <a:pt x="230405" y="35448"/>
                    <a:pt x="184736" y="28777"/>
                    <a:pt x="163185" y="24672"/>
                  </a:cubicBezTo>
                  <a:cubicBezTo>
                    <a:pt x="141633" y="20567"/>
                    <a:pt x="133423" y="11330"/>
                    <a:pt x="120082" y="9278"/>
                  </a:cubicBezTo>
                  <a:cubicBezTo>
                    <a:pt x="106741" y="7226"/>
                    <a:pt x="94939" y="4660"/>
                    <a:pt x="83137" y="12357"/>
                  </a:cubicBezTo>
                  <a:cubicBezTo>
                    <a:pt x="71335" y="20054"/>
                    <a:pt x="60559" y="40579"/>
                    <a:pt x="49270" y="55460"/>
                  </a:cubicBezTo>
                  <a:cubicBezTo>
                    <a:pt x="37981" y="70341"/>
                    <a:pt x="19508" y="86248"/>
                    <a:pt x="15403" y="101642"/>
                  </a:cubicBezTo>
                  <a:cubicBezTo>
                    <a:pt x="11298" y="117036"/>
                    <a:pt x="18482" y="129864"/>
                    <a:pt x="24640" y="147824"/>
                  </a:cubicBezTo>
                  <a:cubicBezTo>
                    <a:pt x="30798" y="165784"/>
                    <a:pt x="51836" y="190927"/>
                    <a:pt x="52349" y="209400"/>
                  </a:cubicBezTo>
                  <a:cubicBezTo>
                    <a:pt x="52862" y="227873"/>
                    <a:pt x="36441" y="244292"/>
                    <a:pt x="27718" y="258660"/>
                  </a:cubicBezTo>
                  <a:cubicBezTo>
                    <a:pt x="18995" y="273028"/>
                    <a:pt x="-504" y="277133"/>
                    <a:pt x="9" y="295606"/>
                  </a:cubicBezTo>
                  <a:cubicBezTo>
                    <a:pt x="522" y="314079"/>
                    <a:pt x="12324" y="356156"/>
                    <a:pt x="30797" y="369497"/>
                  </a:cubicBezTo>
                  <a:cubicBezTo>
                    <a:pt x="49270" y="382838"/>
                    <a:pt x="99044" y="364878"/>
                    <a:pt x="110846" y="375654"/>
                  </a:cubicBezTo>
                  <a:cubicBezTo>
                    <a:pt x="122648" y="386430"/>
                    <a:pt x="105714" y="415165"/>
                    <a:pt x="101609" y="434151"/>
                  </a:cubicBezTo>
                  <a:cubicBezTo>
                    <a:pt x="97504" y="453137"/>
                    <a:pt x="74926" y="475715"/>
                    <a:pt x="86215" y="489569"/>
                  </a:cubicBezTo>
                  <a:cubicBezTo>
                    <a:pt x="97504" y="503423"/>
                    <a:pt x="144200" y="517791"/>
                    <a:pt x="169343" y="517278"/>
                  </a:cubicBezTo>
                  <a:cubicBezTo>
                    <a:pt x="194486" y="516765"/>
                    <a:pt x="218603" y="490083"/>
                    <a:pt x="237076" y="486491"/>
                  </a:cubicBezTo>
                  <a:cubicBezTo>
                    <a:pt x="255549" y="482899"/>
                    <a:pt x="292494" y="503424"/>
                    <a:pt x="323282" y="508042"/>
                  </a:cubicBezTo>
                  <a:close/>
                </a:path>
              </a:pathLst>
            </a:custGeom>
            <a:solidFill>
              <a:srgbClr val="46962A"/>
            </a:solidFill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9" name="Isosceles Triangle 268">
              <a:extLst>
                <a:ext uri="{FF2B5EF4-FFF2-40B4-BE49-F238E27FC236}">
                  <a16:creationId xmlns:a16="http://schemas.microsoft.com/office/drawing/2014/main" id="{161CFBB9-B152-9E7C-36A8-0AABD1D22D24}"/>
                </a:ext>
              </a:extLst>
            </p:cNvPr>
            <p:cNvSpPr/>
            <p:nvPr/>
          </p:nvSpPr>
          <p:spPr>
            <a:xfrm>
              <a:off x="5579194" y="1337514"/>
              <a:ext cx="342812" cy="358432"/>
            </a:xfrm>
            <a:prstGeom prst="triangle">
              <a:avLst/>
            </a:prstGeom>
            <a:solidFill>
              <a:srgbClr val="3B7D23"/>
            </a:solidFill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0" name="Isosceles Triangle 269">
              <a:extLst>
                <a:ext uri="{FF2B5EF4-FFF2-40B4-BE49-F238E27FC236}">
                  <a16:creationId xmlns:a16="http://schemas.microsoft.com/office/drawing/2014/main" id="{3926D1F6-E5CD-83C3-3083-5A90584AA3C3}"/>
                </a:ext>
              </a:extLst>
            </p:cNvPr>
            <p:cNvSpPr/>
            <p:nvPr/>
          </p:nvSpPr>
          <p:spPr>
            <a:xfrm>
              <a:off x="5579194" y="1117336"/>
              <a:ext cx="342812" cy="358432"/>
            </a:xfrm>
            <a:prstGeom prst="triangle">
              <a:avLst/>
            </a:prstGeom>
            <a:solidFill>
              <a:srgbClr val="3B7D23"/>
            </a:solidFill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1" name="Arc 270">
              <a:extLst>
                <a:ext uri="{FF2B5EF4-FFF2-40B4-BE49-F238E27FC236}">
                  <a16:creationId xmlns:a16="http://schemas.microsoft.com/office/drawing/2014/main" id="{ECE6E89A-1FBA-0143-EF60-FD2D94113359}"/>
                </a:ext>
              </a:extLst>
            </p:cNvPr>
            <p:cNvSpPr/>
            <p:nvPr/>
          </p:nvSpPr>
          <p:spPr>
            <a:xfrm rot="6979903">
              <a:off x="6066029" y="1310896"/>
              <a:ext cx="217029" cy="314740"/>
            </a:xfrm>
            <a:prstGeom prst="arc">
              <a:avLst/>
            </a:prstGeom>
            <a:ln>
              <a:solidFill>
                <a:srgbClr val="13511C"/>
              </a:solidFill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2" name="Arc 271">
              <a:extLst>
                <a:ext uri="{FF2B5EF4-FFF2-40B4-BE49-F238E27FC236}">
                  <a16:creationId xmlns:a16="http://schemas.microsoft.com/office/drawing/2014/main" id="{A40EAD42-515B-5EC1-D1E5-EF8797B35309}"/>
                </a:ext>
              </a:extLst>
            </p:cNvPr>
            <p:cNvSpPr/>
            <p:nvPr/>
          </p:nvSpPr>
          <p:spPr>
            <a:xfrm rot="8933903">
              <a:off x="5940620" y="1208348"/>
              <a:ext cx="217029" cy="314740"/>
            </a:xfrm>
            <a:prstGeom prst="arc">
              <a:avLst/>
            </a:prstGeom>
            <a:ln>
              <a:solidFill>
                <a:srgbClr val="13511C"/>
              </a:solidFill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3" name="Arc 272">
              <a:extLst>
                <a:ext uri="{FF2B5EF4-FFF2-40B4-BE49-F238E27FC236}">
                  <a16:creationId xmlns:a16="http://schemas.microsoft.com/office/drawing/2014/main" id="{7E943222-C130-45A4-6809-64366DAD9157}"/>
                </a:ext>
              </a:extLst>
            </p:cNvPr>
            <p:cNvSpPr/>
            <p:nvPr/>
          </p:nvSpPr>
          <p:spPr>
            <a:xfrm rot="6381029">
              <a:off x="6107649" y="1161936"/>
              <a:ext cx="217029" cy="314740"/>
            </a:xfrm>
            <a:prstGeom prst="arc">
              <a:avLst/>
            </a:prstGeom>
            <a:ln>
              <a:solidFill>
                <a:srgbClr val="13511C"/>
              </a:solidFill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4" name="Arc 273">
              <a:extLst>
                <a:ext uri="{FF2B5EF4-FFF2-40B4-BE49-F238E27FC236}">
                  <a16:creationId xmlns:a16="http://schemas.microsoft.com/office/drawing/2014/main" id="{1E73BEAD-B979-7974-CE99-54B639AF3A3D}"/>
                </a:ext>
              </a:extLst>
            </p:cNvPr>
            <p:cNvSpPr/>
            <p:nvPr/>
          </p:nvSpPr>
          <p:spPr>
            <a:xfrm rot="7281230">
              <a:off x="5944303" y="1044129"/>
              <a:ext cx="217029" cy="314740"/>
            </a:xfrm>
            <a:prstGeom prst="arc">
              <a:avLst/>
            </a:prstGeom>
            <a:ln>
              <a:solidFill>
                <a:srgbClr val="13511C"/>
              </a:solidFill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75" name="Group 274">
            <a:extLst>
              <a:ext uri="{FF2B5EF4-FFF2-40B4-BE49-F238E27FC236}">
                <a16:creationId xmlns:a16="http://schemas.microsoft.com/office/drawing/2014/main" id="{A3887B71-DC21-4B1F-2E29-A2BBEAC3131A}"/>
              </a:ext>
            </a:extLst>
          </p:cNvPr>
          <p:cNvGrpSpPr>
            <a:grpSpLocks noChangeAspect="1"/>
          </p:cNvGrpSpPr>
          <p:nvPr/>
        </p:nvGrpSpPr>
        <p:grpSpPr>
          <a:xfrm>
            <a:off x="683720" y="5039272"/>
            <a:ext cx="404380" cy="408623"/>
            <a:chOff x="1249601" y="1025135"/>
            <a:chExt cx="735013" cy="74272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76" name="Rectangle: Rounded Corners 275">
              <a:extLst>
                <a:ext uri="{FF2B5EF4-FFF2-40B4-BE49-F238E27FC236}">
                  <a16:creationId xmlns:a16="http://schemas.microsoft.com/office/drawing/2014/main" id="{3DD0F4DA-BBC4-9678-D17A-4E01C43EFC84}"/>
                </a:ext>
              </a:extLst>
            </p:cNvPr>
            <p:cNvSpPr/>
            <p:nvPr/>
          </p:nvSpPr>
          <p:spPr>
            <a:xfrm>
              <a:off x="1249601" y="1025135"/>
              <a:ext cx="735013" cy="306139"/>
            </a:xfrm>
            <a:prstGeom prst="roundRect">
              <a:avLst/>
            </a:prstGeom>
            <a:solidFill>
              <a:srgbClr val="4F423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7" name="Rectangle: Rounded Corners 90">
              <a:extLst>
                <a:ext uri="{FF2B5EF4-FFF2-40B4-BE49-F238E27FC236}">
                  <a16:creationId xmlns:a16="http://schemas.microsoft.com/office/drawing/2014/main" id="{6C717C3F-5CE7-9FEA-07C8-000B4345A2B7}"/>
                </a:ext>
              </a:extLst>
            </p:cNvPr>
            <p:cNvSpPr/>
            <p:nvPr/>
          </p:nvSpPr>
          <p:spPr>
            <a:xfrm>
              <a:off x="1249601" y="1247991"/>
              <a:ext cx="735013" cy="300162"/>
            </a:xfrm>
            <a:custGeom>
              <a:avLst/>
              <a:gdLst>
                <a:gd name="csX0" fmla="*/ 0 w 735013"/>
                <a:gd name="csY0" fmla="*/ 45047 h 300162"/>
                <a:gd name="csX1" fmla="*/ 122742 w 735013"/>
                <a:gd name="csY1" fmla="*/ 0 h 300162"/>
                <a:gd name="csX2" fmla="*/ 340140 w 735013"/>
                <a:gd name="csY2" fmla="*/ 13044 h 300162"/>
                <a:gd name="csX3" fmla="*/ 648129 w 735013"/>
                <a:gd name="csY3" fmla="*/ 17929 h 300162"/>
                <a:gd name="csX4" fmla="*/ 735013 w 735013"/>
                <a:gd name="csY4" fmla="*/ 45047 h 300162"/>
                <a:gd name="csX5" fmla="*/ 735013 w 735013"/>
                <a:gd name="csY5" fmla="*/ 249138 h 300162"/>
                <a:gd name="csX6" fmla="*/ 683989 w 735013"/>
                <a:gd name="csY6" fmla="*/ 300162 h 300162"/>
                <a:gd name="csX7" fmla="*/ 51024 w 735013"/>
                <a:gd name="csY7" fmla="*/ 300162 h 300162"/>
                <a:gd name="csX8" fmla="*/ 0 w 735013"/>
                <a:gd name="csY8" fmla="*/ 249138 h 300162"/>
                <a:gd name="csX9" fmla="*/ 0 w 735013"/>
                <a:gd name="csY9" fmla="*/ 45047 h 3001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735013" h="300162">
                  <a:moveTo>
                    <a:pt x="0" y="45047"/>
                  </a:moveTo>
                  <a:cubicBezTo>
                    <a:pt x="0" y="16867"/>
                    <a:pt x="94562" y="0"/>
                    <a:pt x="122742" y="0"/>
                  </a:cubicBezTo>
                  <a:cubicBezTo>
                    <a:pt x="172460" y="4627"/>
                    <a:pt x="254568" y="65835"/>
                    <a:pt x="340140" y="13044"/>
                  </a:cubicBezTo>
                  <a:cubicBezTo>
                    <a:pt x="472685" y="48539"/>
                    <a:pt x="527536" y="18293"/>
                    <a:pt x="648129" y="17929"/>
                  </a:cubicBezTo>
                  <a:cubicBezTo>
                    <a:pt x="713941" y="26251"/>
                    <a:pt x="725513" y="10497"/>
                    <a:pt x="735013" y="45047"/>
                  </a:cubicBezTo>
                  <a:lnTo>
                    <a:pt x="735013" y="249138"/>
                  </a:lnTo>
                  <a:cubicBezTo>
                    <a:pt x="735013" y="277318"/>
                    <a:pt x="712169" y="300162"/>
                    <a:pt x="683989" y="300162"/>
                  </a:cubicBezTo>
                  <a:lnTo>
                    <a:pt x="51024" y="300162"/>
                  </a:lnTo>
                  <a:cubicBezTo>
                    <a:pt x="22844" y="300162"/>
                    <a:pt x="0" y="277318"/>
                    <a:pt x="0" y="249138"/>
                  </a:cubicBezTo>
                  <a:lnTo>
                    <a:pt x="0" y="45047"/>
                  </a:lnTo>
                  <a:close/>
                </a:path>
              </a:pathLst>
            </a:custGeom>
            <a:solidFill>
              <a:srgbClr val="E2C19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8" name="Rectangle: Rounded Corners 92">
              <a:extLst>
                <a:ext uri="{FF2B5EF4-FFF2-40B4-BE49-F238E27FC236}">
                  <a16:creationId xmlns:a16="http://schemas.microsoft.com/office/drawing/2014/main" id="{EE60122C-9DA4-3F8A-9DD0-320CCCE49C3B}"/>
                </a:ext>
              </a:extLst>
            </p:cNvPr>
            <p:cNvSpPr/>
            <p:nvPr/>
          </p:nvSpPr>
          <p:spPr>
            <a:xfrm>
              <a:off x="1249601" y="1455746"/>
              <a:ext cx="735013" cy="312115"/>
            </a:xfrm>
            <a:custGeom>
              <a:avLst/>
              <a:gdLst>
                <a:gd name="csX0" fmla="*/ 0 w 735013"/>
                <a:gd name="csY0" fmla="*/ 57000 h 312115"/>
                <a:gd name="csX1" fmla="*/ 152625 w 735013"/>
                <a:gd name="csY1" fmla="*/ 0 h 312115"/>
                <a:gd name="csX2" fmla="*/ 642154 w 735013"/>
                <a:gd name="csY2" fmla="*/ 41834 h 312115"/>
                <a:gd name="csX3" fmla="*/ 735013 w 735013"/>
                <a:gd name="csY3" fmla="*/ 57000 h 312115"/>
                <a:gd name="csX4" fmla="*/ 735013 w 735013"/>
                <a:gd name="csY4" fmla="*/ 261091 h 312115"/>
                <a:gd name="csX5" fmla="*/ 683989 w 735013"/>
                <a:gd name="csY5" fmla="*/ 312115 h 312115"/>
                <a:gd name="csX6" fmla="*/ 51024 w 735013"/>
                <a:gd name="csY6" fmla="*/ 312115 h 312115"/>
                <a:gd name="csX7" fmla="*/ 0 w 735013"/>
                <a:gd name="csY7" fmla="*/ 261091 h 312115"/>
                <a:gd name="csX8" fmla="*/ 0 w 735013"/>
                <a:gd name="csY8" fmla="*/ 57000 h 3121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35013" h="312115">
                  <a:moveTo>
                    <a:pt x="0" y="57000"/>
                  </a:moveTo>
                  <a:cubicBezTo>
                    <a:pt x="0" y="28820"/>
                    <a:pt x="124445" y="0"/>
                    <a:pt x="152625" y="0"/>
                  </a:cubicBezTo>
                  <a:cubicBezTo>
                    <a:pt x="363613" y="0"/>
                    <a:pt x="443119" y="5976"/>
                    <a:pt x="642154" y="41834"/>
                  </a:cubicBezTo>
                  <a:cubicBezTo>
                    <a:pt x="670334" y="41834"/>
                    <a:pt x="735013" y="28820"/>
                    <a:pt x="735013" y="57000"/>
                  </a:cubicBezTo>
                  <a:lnTo>
                    <a:pt x="735013" y="261091"/>
                  </a:lnTo>
                  <a:cubicBezTo>
                    <a:pt x="735013" y="289271"/>
                    <a:pt x="712169" y="312115"/>
                    <a:pt x="683989" y="312115"/>
                  </a:cubicBezTo>
                  <a:lnTo>
                    <a:pt x="51024" y="312115"/>
                  </a:lnTo>
                  <a:cubicBezTo>
                    <a:pt x="22844" y="312115"/>
                    <a:pt x="0" y="289271"/>
                    <a:pt x="0" y="261091"/>
                  </a:cubicBezTo>
                  <a:lnTo>
                    <a:pt x="0" y="57000"/>
                  </a:lnTo>
                  <a:close/>
                </a:path>
              </a:pathLst>
            </a:custGeom>
            <a:solidFill>
              <a:srgbClr val="8E6B4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83685BAE-BA44-9AAA-1866-AEE95E2E21A4}"/>
                </a:ext>
              </a:extLst>
            </p:cNvPr>
            <p:cNvSpPr/>
            <p:nvPr/>
          </p:nvSpPr>
          <p:spPr>
            <a:xfrm>
              <a:off x="1333037" y="1044956"/>
              <a:ext cx="119639" cy="579718"/>
            </a:xfrm>
            <a:custGeom>
              <a:avLst/>
              <a:gdLst>
                <a:gd name="csX0" fmla="*/ 119639 w 119639"/>
                <a:gd name="csY0" fmla="*/ 0 h 579718"/>
                <a:gd name="csX1" fmla="*/ 107687 w 119639"/>
                <a:gd name="csY1" fmla="*/ 119530 h 579718"/>
                <a:gd name="csX2" fmla="*/ 83781 w 119639"/>
                <a:gd name="csY2" fmla="*/ 143436 h 579718"/>
                <a:gd name="csX3" fmla="*/ 65851 w 119639"/>
                <a:gd name="csY3" fmla="*/ 191247 h 579718"/>
                <a:gd name="csX4" fmla="*/ 47922 w 119639"/>
                <a:gd name="csY4" fmla="*/ 310777 h 579718"/>
                <a:gd name="csX5" fmla="*/ 35969 w 119639"/>
                <a:gd name="csY5" fmla="*/ 328706 h 579718"/>
                <a:gd name="csX6" fmla="*/ 6087 w 119639"/>
                <a:gd name="csY6" fmla="*/ 376518 h 579718"/>
                <a:gd name="csX7" fmla="*/ 110 w 119639"/>
                <a:gd name="csY7" fmla="*/ 400424 h 579718"/>
                <a:gd name="csX8" fmla="*/ 12063 w 119639"/>
                <a:gd name="csY8" fmla="*/ 430306 h 579718"/>
                <a:gd name="csX9" fmla="*/ 29992 w 119639"/>
                <a:gd name="csY9" fmla="*/ 496047 h 579718"/>
                <a:gd name="csX10" fmla="*/ 18039 w 119639"/>
                <a:gd name="csY10" fmla="*/ 579718 h 5797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19639" h="579718">
                  <a:moveTo>
                    <a:pt x="119639" y="0"/>
                  </a:moveTo>
                  <a:cubicBezTo>
                    <a:pt x="115655" y="39843"/>
                    <a:pt x="117398" y="80683"/>
                    <a:pt x="107687" y="119530"/>
                  </a:cubicBezTo>
                  <a:cubicBezTo>
                    <a:pt x="104954" y="130463"/>
                    <a:pt x="90032" y="134059"/>
                    <a:pt x="83781" y="143436"/>
                  </a:cubicBezTo>
                  <a:cubicBezTo>
                    <a:pt x="79019" y="150580"/>
                    <a:pt x="69625" y="179928"/>
                    <a:pt x="65851" y="191247"/>
                  </a:cubicBezTo>
                  <a:cubicBezTo>
                    <a:pt x="61639" y="254432"/>
                    <a:pt x="70110" y="266401"/>
                    <a:pt x="47922" y="310777"/>
                  </a:cubicBezTo>
                  <a:cubicBezTo>
                    <a:pt x="44710" y="317201"/>
                    <a:pt x="39825" y="322646"/>
                    <a:pt x="35969" y="328706"/>
                  </a:cubicBezTo>
                  <a:cubicBezTo>
                    <a:pt x="25879" y="344562"/>
                    <a:pt x="6087" y="376518"/>
                    <a:pt x="6087" y="376518"/>
                  </a:cubicBezTo>
                  <a:cubicBezTo>
                    <a:pt x="4095" y="384487"/>
                    <a:pt x="-797" y="392260"/>
                    <a:pt x="110" y="400424"/>
                  </a:cubicBezTo>
                  <a:cubicBezTo>
                    <a:pt x="1295" y="411086"/>
                    <a:pt x="8671" y="420129"/>
                    <a:pt x="12063" y="430306"/>
                  </a:cubicBezTo>
                  <a:cubicBezTo>
                    <a:pt x="19168" y="451622"/>
                    <a:pt x="24522" y="474165"/>
                    <a:pt x="29992" y="496047"/>
                  </a:cubicBezTo>
                  <a:cubicBezTo>
                    <a:pt x="17736" y="575711"/>
                    <a:pt x="18039" y="547539"/>
                    <a:pt x="18039" y="579718"/>
                  </a:cubicBezTo>
                </a:path>
              </a:pathLst>
            </a:custGeom>
            <a:noFill/>
            <a:ln>
              <a:solidFill>
                <a:srgbClr val="3E332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BA65802E-EE8B-C18C-E5BC-BAF4794A561A}"/>
                </a:ext>
              </a:extLst>
            </p:cNvPr>
            <p:cNvSpPr/>
            <p:nvPr/>
          </p:nvSpPr>
          <p:spPr>
            <a:xfrm rot="20484588">
              <a:off x="1433952" y="1048122"/>
              <a:ext cx="119639" cy="579718"/>
            </a:xfrm>
            <a:custGeom>
              <a:avLst/>
              <a:gdLst>
                <a:gd name="csX0" fmla="*/ 119639 w 119639"/>
                <a:gd name="csY0" fmla="*/ 0 h 579718"/>
                <a:gd name="csX1" fmla="*/ 107687 w 119639"/>
                <a:gd name="csY1" fmla="*/ 119530 h 579718"/>
                <a:gd name="csX2" fmla="*/ 83781 w 119639"/>
                <a:gd name="csY2" fmla="*/ 143436 h 579718"/>
                <a:gd name="csX3" fmla="*/ 65851 w 119639"/>
                <a:gd name="csY3" fmla="*/ 191247 h 579718"/>
                <a:gd name="csX4" fmla="*/ 47922 w 119639"/>
                <a:gd name="csY4" fmla="*/ 310777 h 579718"/>
                <a:gd name="csX5" fmla="*/ 35969 w 119639"/>
                <a:gd name="csY5" fmla="*/ 328706 h 579718"/>
                <a:gd name="csX6" fmla="*/ 6087 w 119639"/>
                <a:gd name="csY6" fmla="*/ 376518 h 579718"/>
                <a:gd name="csX7" fmla="*/ 110 w 119639"/>
                <a:gd name="csY7" fmla="*/ 400424 h 579718"/>
                <a:gd name="csX8" fmla="*/ 12063 w 119639"/>
                <a:gd name="csY8" fmla="*/ 430306 h 579718"/>
                <a:gd name="csX9" fmla="*/ 29992 w 119639"/>
                <a:gd name="csY9" fmla="*/ 496047 h 579718"/>
                <a:gd name="csX10" fmla="*/ 18039 w 119639"/>
                <a:gd name="csY10" fmla="*/ 579718 h 5797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19639" h="579718">
                  <a:moveTo>
                    <a:pt x="119639" y="0"/>
                  </a:moveTo>
                  <a:cubicBezTo>
                    <a:pt x="115655" y="39843"/>
                    <a:pt x="117398" y="80683"/>
                    <a:pt x="107687" y="119530"/>
                  </a:cubicBezTo>
                  <a:cubicBezTo>
                    <a:pt x="104954" y="130463"/>
                    <a:pt x="90032" y="134059"/>
                    <a:pt x="83781" y="143436"/>
                  </a:cubicBezTo>
                  <a:cubicBezTo>
                    <a:pt x="79019" y="150580"/>
                    <a:pt x="69625" y="179928"/>
                    <a:pt x="65851" y="191247"/>
                  </a:cubicBezTo>
                  <a:cubicBezTo>
                    <a:pt x="61639" y="254432"/>
                    <a:pt x="70110" y="266401"/>
                    <a:pt x="47922" y="310777"/>
                  </a:cubicBezTo>
                  <a:cubicBezTo>
                    <a:pt x="44710" y="317201"/>
                    <a:pt x="39825" y="322646"/>
                    <a:pt x="35969" y="328706"/>
                  </a:cubicBezTo>
                  <a:cubicBezTo>
                    <a:pt x="25879" y="344562"/>
                    <a:pt x="6087" y="376518"/>
                    <a:pt x="6087" y="376518"/>
                  </a:cubicBezTo>
                  <a:cubicBezTo>
                    <a:pt x="4095" y="384487"/>
                    <a:pt x="-797" y="392260"/>
                    <a:pt x="110" y="400424"/>
                  </a:cubicBezTo>
                  <a:cubicBezTo>
                    <a:pt x="1295" y="411086"/>
                    <a:pt x="8671" y="420129"/>
                    <a:pt x="12063" y="430306"/>
                  </a:cubicBezTo>
                  <a:cubicBezTo>
                    <a:pt x="19168" y="451622"/>
                    <a:pt x="24522" y="474165"/>
                    <a:pt x="29992" y="496047"/>
                  </a:cubicBezTo>
                  <a:cubicBezTo>
                    <a:pt x="17736" y="575711"/>
                    <a:pt x="18039" y="547539"/>
                    <a:pt x="18039" y="579718"/>
                  </a:cubicBezTo>
                </a:path>
              </a:pathLst>
            </a:custGeom>
            <a:noFill/>
            <a:ln>
              <a:solidFill>
                <a:srgbClr val="3E332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FB16C7E5-6020-BF7A-8BFE-75D9BE69E0C0}"/>
                </a:ext>
              </a:extLst>
            </p:cNvPr>
            <p:cNvSpPr/>
            <p:nvPr/>
          </p:nvSpPr>
          <p:spPr>
            <a:xfrm rot="438870">
              <a:off x="1399166" y="1252944"/>
              <a:ext cx="80831" cy="309984"/>
            </a:xfrm>
            <a:custGeom>
              <a:avLst/>
              <a:gdLst>
                <a:gd name="csX0" fmla="*/ 119639 w 119639"/>
                <a:gd name="csY0" fmla="*/ 0 h 579718"/>
                <a:gd name="csX1" fmla="*/ 107687 w 119639"/>
                <a:gd name="csY1" fmla="*/ 119530 h 579718"/>
                <a:gd name="csX2" fmla="*/ 83781 w 119639"/>
                <a:gd name="csY2" fmla="*/ 143436 h 579718"/>
                <a:gd name="csX3" fmla="*/ 65851 w 119639"/>
                <a:gd name="csY3" fmla="*/ 191247 h 579718"/>
                <a:gd name="csX4" fmla="*/ 47922 w 119639"/>
                <a:gd name="csY4" fmla="*/ 310777 h 579718"/>
                <a:gd name="csX5" fmla="*/ 35969 w 119639"/>
                <a:gd name="csY5" fmla="*/ 328706 h 579718"/>
                <a:gd name="csX6" fmla="*/ 6087 w 119639"/>
                <a:gd name="csY6" fmla="*/ 376518 h 579718"/>
                <a:gd name="csX7" fmla="*/ 110 w 119639"/>
                <a:gd name="csY7" fmla="*/ 400424 h 579718"/>
                <a:gd name="csX8" fmla="*/ 12063 w 119639"/>
                <a:gd name="csY8" fmla="*/ 430306 h 579718"/>
                <a:gd name="csX9" fmla="*/ 29992 w 119639"/>
                <a:gd name="csY9" fmla="*/ 496047 h 579718"/>
                <a:gd name="csX10" fmla="*/ 18039 w 119639"/>
                <a:gd name="csY10" fmla="*/ 579718 h 5797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19639" h="579718">
                  <a:moveTo>
                    <a:pt x="119639" y="0"/>
                  </a:moveTo>
                  <a:cubicBezTo>
                    <a:pt x="115655" y="39843"/>
                    <a:pt x="117398" y="80683"/>
                    <a:pt x="107687" y="119530"/>
                  </a:cubicBezTo>
                  <a:cubicBezTo>
                    <a:pt x="104954" y="130463"/>
                    <a:pt x="90032" y="134059"/>
                    <a:pt x="83781" y="143436"/>
                  </a:cubicBezTo>
                  <a:cubicBezTo>
                    <a:pt x="79019" y="150580"/>
                    <a:pt x="69625" y="179928"/>
                    <a:pt x="65851" y="191247"/>
                  </a:cubicBezTo>
                  <a:cubicBezTo>
                    <a:pt x="61639" y="254432"/>
                    <a:pt x="70110" y="266401"/>
                    <a:pt x="47922" y="310777"/>
                  </a:cubicBezTo>
                  <a:cubicBezTo>
                    <a:pt x="44710" y="317201"/>
                    <a:pt x="39825" y="322646"/>
                    <a:pt x="35969" y="328706"/>
                  </a:cubicBezTo>
                  <a:cubicBezTo>
                    <a:pt x="25879" y="344562"/>
                    <a:pt x="6087" y="376518"/>
                    <a:pt x="6087" y="376518"/>
                  </a:cubicBezTo>
                  <a:cubicBezTo>
                    <a:pt x="4095" y="384487"/>
                    <a:pt x="-797" y="392260"/>
                    <a:pt x="110" y="400424"/>
                  </a:cubicBezTo>
                  <a:cubicBezTo>
                    <a:pt x="1295" y="411086"/>
                    <a:pt x="8671" y="420129"/>
                    <a:pt x="12063" y="430306"/>
                  </a:cubicBezTo>
                  <a:cubicBezTo>
                    <a:pt x="19168" y="451622"/>
                    <a:pt x="24522" y="474165"/>
                    <a:pt x="29992" y="496047"/>
                  </a:cubicBezTo>
                  <a:cubicBezTo>
                    <a:pt x="17736" y="575711"/>
                    <a:pt x="18039" y="547539"/>
                    <a:pt x="18039" y="579718"/>
                  </a:cubicBezTo>
                </a:path>
              </a:pathLst>
            </a:custGeom>
            <a:noFill/>
            <a:ln>
              <a:solidFill>
                <a:srgbClr val="3E332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781DDCEC-A295-F44F-493F-862A698170EA}"/>
                </a:ext>
              </a:extLst>
            </p:cNvPr>
            <p:cNvSpPr/>
            <p:nvPr/>
          </p:nvSpPr>
          <p:spPr>
            <a:xfrm>
              <a:off x="1798727" y="1362635"/>
              <a:ext cx="66355" cy="71718"/>
            </a:xfrm>
            <a:custGeom>
              <a:avLst/>
              <a:gdLst>
                <a:gd name="csX0" fmla="*/ 12144 w 66355"/>
                <a:gd name="csY0" fmla="*/ 0 h 71718"/>
                <a:gd name="csX1" fmla="*/ 12144 w 66355"/>
                <a:gd name="csY1" fmla="*/ 0 h 71718"/>
                <a:gd name="csX2" fmla="*/ 191 w 66355"/>
                <a:gd name="csY2" fmla="*/ 53789 h 71718"/>
                <a:gd name="csX3" fmla="*/ 18120 w 66355"/>
                <a:gd name="csY3" fmla="*/ 65741 h 71718"/>
                <a:gd name="csX4" fmla="*/ 53979 w 66355"/>
                <a:gd name="csY4" fmla="*/ 71718 h 71718"/>
                <a:gd name="csX5" fmla="*/ 65932 w 66355"/>
                <a:gd name="csY5" fmla="*/ 47812 h 71718"/>
                <a:gd name="csX6" fmla="*/ 36049 w 66355"/>
                <a:gd name="csY6" fmla="*/ 23906 h 71718"/>
                <a:gd name="csX7" fmla="*/ 12144 w 66355"/>
                <a:gd name="csY7" fmla="*/ 0 h 717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66355" h="71718">
                  <a:moveTo>
                    <a:pt x="12144" y="0"/>
                  </a:moveTo>
                  <a:lnTo>
                    <a:pt x="12144" y="0"/>
                  </a:lnTo>
                  <a:cubicBezTo>
                    <a:pt x="8160" y="17930"/>
                    <a:pt x="-1472" y="35497"/>
                    <a:pt x="191" y="53789"/>
                  </a:cubicBezTo>
                  <a:cubicBezTo>
                    <a:pt x="841" y="60942"/>
                    <a:pt x="11306" y="63470"/>
                    <a:pt x="18120" y="65741"/>
                  </a:cubicBezTo>
                  <a:cubicBezTo>
                    <a:pt x="29616" y="69573"/>
                    <a:pt x="42026" y="69726"/>
                    <a:pt x="53979" y="71718"/>
                  </a:cubicBezTo>
                  <a:cubicBezTo>
                    <a:pt x="57963" y="63749"/>
                    <a:pt x="64672" y="56632"/>
                    <a:pt x="65932" y="47812"/>
                  </a:cubicBezTo>
                  <a:cubicBezTo>
                    <a:pt x="69453" y="23164"/>
                    <a:pt x="50295" y="30012"/>
                    <a:pt x="36049" y="23906"/>
                  </a:cubicBezTo>
                  <a:cubicBezTo>
                    <a:pt x="29447" y="21076"/>
                    <a:pt x="16128" y="3984"/>
                    <a:pt x="12144" y="0"/>
                  </a:cubicBezTo>
                  <a:close/>
                </a:path>
              </a:pathLst>
            </a:custGeom>
            <a:solidFill>
              <a:srgbClr val="8E6B4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1F0C8683-0A2F-E985-D3B4-6AE106FE10C2}"/>
                </a:ext>
              </a:extLst>
            </p:cNvPr>
            <p:cNvSpPr/>
            <p:nvPr/>
          </p:nvSpPr>
          <p:spPr>
            <a:xfrm rot="11763267">
              <a:off x="1555604" y="1336253"/>
              <a:ext cx="66355" cy="71718"/>
            </a:xfrm>
            <a:custGeom>
              <a:avLst/>
              <a:gdLst>
                <a:gd name="csX0" fmla="*/ 12144 w 66355"/>
                <a:gd name="csY0" fmla="*/ 0 h 71718"/>
                <a:gd name="csX1" fmla="*/ 12144 w 66355"/>
                <a:gd name="csY1" fmla="*/ 0 h 71718"/>
                <a:gd name="csX2" fmla="*/ 191 w 66355"/>
                <a:gd name="csY2" fmla="*/ 53789 h 71718"/>
                <a:gd name="csX3" fmla="*/ 18120 w 66355"/>
                <a:gd name="csY3" fmla="*/ 65741 h 71718"/>
                <a:gd name="csX4" fmla="*/ 53979 w 66355"/>
                <a:gd name="csY4" fmla="*/ 71718 h 71718"/>
                <a:gd name="csX5" fmla="*/ 65932 w 66355"/>
                <a:gd name="csY5" fmla="*/ 47812 h 71718"/>
                <a:gd name="csX6" fmla="*/ 36049 w 66355"/>
                <a:gd name="csY6" fmla="*/ 23906 h 71718"/>
                <a:gd name="csX7" fmla="*/ 12144 w 66355"/>
                <a:gd name="csY7" fmla="*/ 0 h 717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66355" h="71718">
                  <a:moveTo>
                    <a:pt x="12144" y="0"/>
                  </a:moveTo>
                  <a:lnTo>
                    <a:pt x="12144" y="0"/>
                  </a:lnTo>
                  <a:cubicBezTo>
                    <a:pt x="8160" y="17930"/>
                    <a:pt x="-1472" y="35497"/>
                    <a:pt x="191" y="53789"/>
                  </a:cubicBezTo>
                  <a:cubicBezTo>
                    <a:pt x="841" y="60942"/>
                    <a:pt x="11306" y="63470"/>
                    <a:pt x="18120" y="65741"/>
                  </a:cubicBezTo>
                  <a:cubicBezTo>
                    <a:pt x="29616" y="69573"/>
                    <a:pt x="42026" y="69726"/>
                    <a:pt x="53979" y="71718"/>
                  </a:cubicBezTo>
                  <a:cubicBezTo>
                    <a:pt x="57963" y="63749"/>
                    <a:pt x="64672" y="56632"/>
                    <a:pt x="65932" y="47812"/>
                  </a:cubicBezTo>
                  <a:cubicBezTo>
                    <a:pt x="69453" y="23164"/>
                    <a:pt x="50295" y="30012"/>
                    <a:pt x="36049" y="23906"/>
                  </a:cubicBezTo>
                  <a:cubicBezTo>
                    <a:pt x="29447" y="21076"/>
                    <a:pt x="16128" y="3984"/>
                    <a:pt x="12144" y="0"/>
                  </a:cubicBezTo>
                  <a:close/>
                </a:path>
              </a:pathLst>
            </a:custGeom>
            <a:solidFill>
              <a:srgbClr val="8E6B4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13285FD3-742E-4273-2B9E-60ADFDE386B3}"/>
                </a:ext>
              </a:extLst>
            </p:cNvPr>
            <p:cNvSpPr/>
            <p:nvPr/>
          </p:nvSpPr>
          <p:spPr>
            <a:xfrm rot="11763267">
              <a:off x="1722303" y="1112471"/>
              <a:ext cx="66355" cy="71718"/>
            </a:xfrm>
            <a:custGeom>
              <a:avLst/>
              <a:gdLst>
                <a:gd name="csX0" fmla="*/ 12144 w 66355"/>
                <a:gd name="csY0" fmla="*/ 0 h 71718"/>
                <a:gd name="csX1" fmla="*/ 12144 w 66355"/>
                <a:gd name="csY1" fmla="*/ 0 h 71718"/>
                <a:gd name="csX2" fmla="*/ 191 w 66355"/>
                <a:gd name="csY2" fmla="*/ 53789 h 71718"/>
                <a:gd name="csX3" fmla="*/ 18120 w 66355"/>
                <a:gd name="csY3" fmla="*/ 65741 h 71718"/>
                <a:gd name="csX4" fmla="*/ 53979 w 66355"/>
                <a:gd name="csY4" fmla="*/ 71718 h 71718"/>
                <a:gd name="csX5" fmla="*/ 65932 w 66355"/>
                <a:gd name="csY5" fmla="*/ 47812 h 71718"/>
                <a:gd name="csX6" fmla="*/ 36049 w 66355"/>
                <a:gd name="csY6" fmla="*/ 23906 h 71718"/>
                <a:gd name="csX7" fmla="*/ 12144 w 66355"/>
                <a:gd name="csY7" fmla="*/ 0 h 717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66355" h="71718">
                  <a:moveTo>
                    <a:pt x="12144" y="0"/>
                  </a:moveTo>
                  <a:lnTo>
                    <a:pt x="12144" y="0"/>
                  </a:lnTo>
                  <a:cubicBezTo>
                    <a:pt x="8160" y="17930"/>
                    <a:pt x="-1472" y="35497"/>
                    <a:pt x="191" y="53789"/>
                  </a:cubicBezTo>
                  <a:cubicBezTo>
                    <a:pt x="841" y="60942"/>
                    <a:pt x="11306" y="63470"/>
                    <a:pt x="18120" y="65741"/>
                  </a:cubicBezTo>
                  <a:cubicBezTo>
                    <a:pt x="29616" y="69573"/>
                    <a:pt x="42026" y="69726"/>
                    <a:pt x="53979" y="71718"/>
                  </a:cubicBezTo>
                  <a:cubicBezTo>
                    <a:pt x="57963" y="63749"/>
                    <a:pt x="64672" y="56632"/>
                    <a:pt x="65932" y="47812"/>
                  </a:cubicBezTo>
                  <a:cubicBezTo>
                    <a:pt x="69453" y="23164"/>
                    <a:pt x="50295" y="30012"/>
                    <a:pt x="36049" y="23906"/>
                  </a:cubicBezTo>
                  <a:cubicBezTo>
                    <a:pt x="29447" y="21076"/>
                    <a:pt x="16128" y="3984"/>
                    <a:pt x="12144" y="0"/>
                  </a:cubicBezTo>
                  <a:close/>
                </a:path>
              </a:pathLst>
            </a:custGeom>
            <a:solidFill>
              <a:srgbClr val="E2C19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5" name="Group 284">
            <a:extLst>
              <a:ext uri="{FF2B5EF4-FFF2-40B4-BE49-F238E27FC236}">
                <a16:creationId xmlns:a16="http://schemas.microsoft.com/office/drawing/2014/main" id="{F39B716A-432C-F06C-C2E1-8078D4055336}"/>
              </a:ext>
            </a:extLst>
          </p:cNvPr>
          <p:cNvGrpSpPr>
            <a:grpSpLocks noChangeAspect="1"/>
          </p:cNvGrpSpPr>
          <p:nvPr/>
        </p:nvGrpSpPr>
        <p:grpSpPr>
          <a:xfrm>
            <a:off x="450030" y="8511002"/>
            <a:ext cx="871761" cy="640730"/>
            <a:chOff x="1912945" y="3724136"/>
            <a:chExt cx="1518014" cy="105951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86" name="Oval 123">
              <a:extLst>
                <a:ext uri="{FF2B5EF4-FFF2-40B4-BE49-F238E27FC236}">
                  <a16:creationId xmlns:a16="http://schemas.microsoft.com/office/drawing/2014/main" id="{8F7CD1B8-0CD9-4FE0-7D3B-99788214B091}"/>
                </a:ext>
              </a:extLst>
            </p:cNvPr>
            <p:cNvSpPr/>
            <p:nvPr/>
          </p:nvSpPr>
          <p:spPr>
            <a:xfrm rot="20235781">
              <a:off x="2578083" y="3724136"/>
              <a:ext cx="226139" cy="322817"/>
            </a:xfrm>
            <a:custGeom>
              <a:avLst/>
              <a:gdLst>
                <a:gd name="csX0" fmla="*/ 0 w 378693"/>
                <a:gd name="csY0" fmla="*/ 226783 h 520761"/>
                <a:gd name="csX1" fmla="*/ 194333 w 378693"/>
                <a:gd name="csY1" fmla="*/ 1 h 520761"/>
                <a:gd name="csX2" fmla="*/ 378693 w 378693"/>
                <a:gd name="csY2" fmla="*/ 224998 h 520761"/>
                <a:gd name="csX3" fmla="*/ 194333 w 378693"/>
                <a:gd name="csY3" fmla="*/ 520761 h 520761"/>
                <a:gd name="csX4" fmla="*/ 0 w 378693"/>
                <a:gd name="csY4" fmla="*/ 226783 h 5207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78693" h="520761">
                  <a:moveTo>
                    <a:pt x="0" y="226783"/>
                  </a:moveTo>
                  <a:cubicBezTo>
                    <a:pt x="0" y="82979"/>
                    <a:pt x="131218" y="298"/>
                    <a:pt x="194333" y="1"/>
                  </a:cubicBezTo>
                  <a:cubicBezTo>
                    <a:pt x="257448" y="-296"/>
                    <a:pt x="378693" y="81194"/>
                    <a:pt x="378693" y="224998"/>
                  </a:cubicBezTo>
                  <a:cubicBezTo>
                    <a:pt x="378693" y="368802"/>
                    <a:pt x="257448" y="520464"/>
                    <a:pt x="194333" y="520761"/>
                  </a:cubicBezTo>
                  <a:cubicBezTo>
                    <a:pt x="131218" y="521058"/>
                    <a:pt x="0" y="370587"/>
                    <a:pt x="0" y="226783"/>
                  </a:cubicBezTo>
                  <a:close/>
                </a:path>
              </a:pathLst>
            </a:custGeom>
            <a:solidFill>
              <a:srgbClr val="C7C7C7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9B681133-4854-E4C5-3699-FDD2C9714A0B}"/>
                </a:ext>
              </a:extLst>
            </p:cNvPr>
            <p:cNvSpPr/>
            <p:nvPr/>
          </p:nvSpPr>
          <p:spPr>
            <a:xfrm>
              <a:off x="1912945" y="4293545"/>
              <a:ext cx="1315690" cy="490102"/>
            </a:xfrm>
            <a:custGeom>
              <a:avLst/>
              <a:gdLst>
                <a:gd name="csX0" fmla="*/ 174023 w 2203254"/>
                <a:gd name="csY0" fmla="*/ 47 h 790622"/>
                <a:gd name="csX1" fmla="*/ 21623 w 2203254"/>
                <a:gd name="csY1" fmla="*/ 209597 h 790622"/>
                <a:gd name="csX2" fmla="*/ 12098 w 2203254"/>
                <a:gd name="csY2" fmla="*/ 476297 h 790622"/>
                <a:gd name="csX3" fmla="*/ 126398 w 2203254"/>
                <a:gd name="csY3" fmla="*/ 647747 h 790622"/>
                <a:gd name="csX4" fmla="*/ 507398 w 2203254"/>
                <a:gd name="csY4" fmla="*/ 752522 h 790622"/>
                <a:gd name="csX5" fmla="*/ 1240823 w 2203254"/>
                <a:gd name="csY5" fmla="*/ 790622 h 790622"/>
                <a:gd name="csX6" fmla="*/ 1774223 w 2203254"/>
                <a:gd name="csY6" fmla="*/ 781097 h 790622"/>
                <a:gd name="csX7" fmla="*/ 2079023 w 2203254"/>
                <a:gd name="csY7" fmla="*/ 704897 h 790622"/>
                <a:gd name="csX8" fmla="*/ 2202848 w 2203254"/>
                <a:gd name="csY8" fmla="*/ 400097 h 790622"/>
                <a:gd name="csX9" fmla="*/ 2117123 w 2203254"/>
                <a:gd name="csY9" fmla="*/ 562022 h 790622"/>
                <a:gd name="csX10" fmla="*/ 2069498 w 2203254"/>
                <a:gd name="csY10" fmla="*/ 657272 h 790622"/>
                <a:gd name="csX11" fmla="*/ 1945673 w 2203254"/>
                <a:gd name="csY11" fmla="*/ 714422 h 790622"/>
                <a:gd name="csX12" fmla="*/ 1688498 w 2203254"/>
                <a:gd name="csY12" fmla="*/ 733472 h 790622"/>
                <a:gd name="csX13" fmla="*/ 1288448 w 2203254"/>
                <a:gd name="csY13" fmla="*/ 723947 h 790622"/>
                <a:gd name="csX14" fmla="*/ 850298 w 2203254"/>
                <a:gd name="csY14" fmla="*/ 714422 h 790622"/>
                <a:gd name="csX15" fmla="*/ 488348 w 2203254"/>
                <a:gd name="csY15" fmla="*/ 666797 h 790622"/>
                <a:gd name="csX16" fmla="*/ 240698 w 2203254"/>
                <a:gd name="csY16" fmla="*/ 609647 h 790622"/>
                <a:gd name="csX17" fmla="*/ 164498 w 2203254"/>
                <a:gd name="csY17" fmla="*/ 533447 h 790622"/>
                <a:gd name="csX18" fmla="*/ 116873 w 2203254"/>
                <a:gd name="csY18" fmla="*/ 438197 h 790622"/>
                <a:gd name="csX19" fmla="*/ 88298 w 2203254"/>
                <a:gd name="csY19" fmla="*/ 247697 h 790622"/>
                <a:gd name="csX20" fmla="*/ 154973 w 2203254"/>
                <a:gd name="csY20" fmla="*/ 190547 h 790622"/>
                <a:gd name="csX21" fmla="*/ 174023 w 2203254"/>
                <a:gd name="csY21" fmla="*/ 47 h 7906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2203254" h="790622">
                  <a:moveTo>
                    <a:pt x="174023" y="47"/>
                  </a:moveTo>
                  <a:cubicBezTo>
                    <a:pt x="151798" y="3222"/>
                    <a:pt x="48610" y="130222"/>
                    <a:pt x="21623" y="209597"/>
                  </a:cubicBezTo>
                  <a:cubicBezTo>
                    <a:pt x="-5364" y="288972"/>
                    <a:pt x="-5364" y="403272"/>
                    <a:pt x="12098" y="476297"/>
                  </a:cubicBezTo>
                  <a:cubicBezTo>
                    <a:pt x="29560" y="549322"/>
                    <a:pt x="43848" y="601710"/>
                    <a:pt x="126398" y="647747"/>
                  </a:cubicBezTo>
                  <a:cubicBezTo>
                    <a:pt x="208948" y="693785"/>
                    <a:pt x="321661" y="728710"/>
                    <a:pt x="507398" y="752522"/>
                  </a:cubicBezTo>
                  <a:cubicBezTo>
                    <a:pt x="693136" y="776335"/>
                    <a:pt x="1029686" y="785860"/>
                    <a:pt x="1240823" y="790622"/>
                  </a:cubicBezTo>
                  <a:lnTo>
                    <a:pt x="1774223" y="781097"/>
                  </a:lnTo>
                  <a:cubicBezTo>
                    <a:pt x="1913923" y="766809"/>
                    <a:pt x="2007586" y="768397"/>
                    <a:pt x="2079023" y="704897"/>
                  </a:cubicBezTo>
                  <a:cubicBezTo>
                    <a:pt x="2150460" y="641397"/>
                    <a:pt x="2196498" y="423909"/>
                    <a:pt x="2202848" y="400097"/>
                  </a:cubicBezTo>
                  <a:cubicBezTo>
                    <a:pt x="2209198" y="376285"/>
                    <a:pt x="2139348" y="519160"/>
                    <a:pt x="2117123" y="562022"/>
                  </a:cubicBezTo>
                  <a:cubicBezTo>
                    <a:pt x="2094898" y="604884"/>
                    <a:pt x="2098073" y="631872"/>
                    <a:pt x="2069498" y="657272"/>
                  </a:cubicBezTo>
                  <a:cubicBezTo>
                    <a:pt x="2040923" y="682672"/>
                    <a:pt x="2009173" y="701722"/>
                    <a:pt x="1945673" y="714422"/>
                  </a:cubicBezTo>
                  <a:cubicBezTo>
                    <a:pt x="1882173" y="727122"/>
                    <a:pt x="1688498" y="733472"/>
                    <a:pt x="1688498" y="733472"/>
                  </a:cubicBezTo>
                  <a:lnTo>
                    <a:pt x="1288448" y="723947"/>
                  </a:lnTo>
                  <a:cubicBezTo>
                    <a:pt x="1148748" y="720772"/>
                    <a:pt x="983648" y="723947"/>
                    <a:pt x="850298" y="714422"/>
                  </a:cubicBezTo>
                  <a:cubicBezTo>
                    <a:pt x="716948" y="704897"/>
                    <a:pt x="589948" y="684259"/>
                    <a:pt x="488348" y="666797"/>
                  </a:cubicBezTo>
                  <a:cubicBezTo>
                    <a:pt x="386748" y="649335"/>
                    <a:pt x="294673" y="631872"/>
                    <a:pt x="240698" y="609647"/>
                  </a:cubicBezTo>
                  <a:cubicBezTo>
                    <a:pt x="186723" y="587422"/>
                    <a:pt x="185135" y="562022"/>
                    <a:pt x="164498" y="533447"/>
                  </a:cubicBezTo>
                  <a:cubicBezTo>
                    <a:pt x="143861" y="504872"/>
                    <a:pt x="129573" y="485822"/>
                    <a:pt x="116873" y="438197"/>
                  </a:cubicBezTo>
                  <a:cubicBezTo>
                    <a:pt x="104173" y="390572"/>
                    <a:pt x="81948" y="288972"/>
                    <a:pt x="88298" y="247697"/>
                  </a:cubicBezTo>
                  <a:cubicBezTo>
                    <a:pt x="94648" y="206422"/>
                    <a:pt x="140686" y="227059"/>
                    <a:pt x="154973" y="190547"/>
                  </a:cubicBezTo>
                  <a:cubicBezTo>
                    <a:pt x="169260" y="154035"/>
                    <a:pt x="196248" y="-3128"/>
                    <a:pt x="174023" y="47"/>
                  </a:cubicBez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8" name="Oval 105">
              <a:extLst>
                <a:ext uri="{FF2B5EF4-FFF2-40B4-BE49-F238E27FC236}">
                  <a16:creationId xmlns:a16="http://schemas.microsoft.com/office/drawing/2014/main" id="{BA06E069-850D-D151-45FC-FEE3626ACCA2}"/>
                </a:ext>
              </a:extLst>
            </p:cNvPr>
            <p:cNvSpPr/>
            <p:nvPr/>
          </p:nvSpPr>
          <p:spPr>
            <a:xfrm>
              <a:off x="1983141" y="4199961"/>
              <a:ext cx="994380" cy="435365"/>
            </a:xfrm>
            <a:custGeom>
              <a:avLst/>
              <a:gdLst>
                <a:gd name="csX0" fmla="*/ 324 w 994380"/>
                <a:gd name="csY0" fmla="*/ 151949 h 435365"/>
                <a:gd name="csX1" fmla="*/ 443564 w 994380"/>
                <a:gd name="csY1" fmla="*/ 15 h 435365"/>
                <a:gd name="csX2" fmla="*/ 994380 w 994380"/>
                <a:gd name="csY2" fmla="*/ 151949 h 435365"/>
                <a:gd name="csX3" fmla="*/ 497352 w 994380"/>
                <a:gd name="csY3" fmla="*/ 435365 h 435365"/>
                <a:gd name="csX4" fmla="*/ 324 w 994380"/>
                <a:gd name="csY4" fmla="*/ 151949 h 4353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94380" h="435365">
                  <a:moveTo>
                    <a:pt x="324" y="151949"/>
                  </a:moveTo>
                  <a:cubicBezTo>
                    <a:pt x="-8641" y="79391"/>
                    <a:pt x="169063" y="15"/>
                    <a:pt x="443564" y="15"/>
                  </a:cubicBezTo>
                  <a:cubicBezTo>
                    <a:pt x="718065" y="15"/>
                    <a:pt x="994380" y="-4577"/>
                    <a:pt x="994380" y="151949"/>
                  </a:cubicBezTo>
                  <a:cubicBezTo>
                    <a:pt x="994380" y="308475"/>
                    <a:pt x="771853" y="435365"/>
                    <a:pt x="497352" y="435365"/>
                  </a:cubicBezTo>
                  <a:cubicBezTo>
                    <a:pt x="222851" y="435365"/>
                    <a:pt x="9289" y="224507"/>
                    <a:pt x="324" y="151949"/>
                  </a:cubicBezTo>
                  <a:close/>
                </a:path>
              </a:pathLst>
            </a:custGeom>
            <a:solidFill>
              <a:srgbClr val="C7C7C7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9" name="Oval 107">
              <a:extLst>
                <a:ext uri="{FF2B5EF4-FFF2-40B4-BE49-F238E27FC236}">
                  <a16:creationId xmlns:a16="http://schemas.microsoft.com/office/drawing/2014/main" id="{95F0CD51-8CCC-0A91-AC97-C4F6F0436A8E}"/>
                </a:ext>
              </a:extLst>
            </p:cNvPr>
            <p:cNvSpPr/>
            <p:nvPr/>
          </p:nvSpPr>
          <p:spPr>
            <a:xfrm>
              <a:off x="1980537" y="4190829"/>
              <a:ext cx="996986" cy="288821"/>
            </a:xfrm>
            <a:custGeom>
              <a:avLst/>
              <a:gdLst>
                <a:gd name="csX0" fmla="*/ 137732 w 1669553"/>
                <a:gd name="csY0" fmla="*/ 95071 h 465920"/>
                <a:gd name="csX1" fmla="*/ 891314 w 1669553"/>
                <a:gd name="csY1" fmla="*/ 9174 h 465920"/>
                <a:gd name="csX2" fmla="*/ 1669553 w 1669553"/>
                <a:gd name="csY2" fmla="*/ 269373 h 465920"/>
                <a:gd name="csX3" fmla="*/ 151429 w 1669553"/>
                <a:gd name="csY3" fmla="*/ 440823 h 465920"/>
                <a:gd name="csX4" fmla="*/ 137732 w 1669553"/>
                <a:gd name="csY4" fmla="*/ 95071 h 4659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669553" h="465920">
                  <a:moveTo>
                    <a:pt x="137732" y="95071"/>
                  </a:moveTo>
                  <a:cubicBezTo>
                    <a:pt x="261046" y="23130"/>
                    <a:pt x="636010" y="-19876"/>
                    <a:pt x="891314" y="9174"/>
                  </a:cubicBezTo>
                  <a:cubicBezTo>
                    <a:pt x="1146618" y="38224"/>
                    <a:pt x="1669553" y="16868"/>
                    <a:pt x="1669553" y="269373"/>
                  </a:cubicBezTo>
                  <a:cubicBezTo>
                    <a:pt x="1669553" y="521878"/>
                    <a:pt x="406733" y="469873"/>
                    <a:pt x="151429" y="440823"/>
                  </a:cubicBezTo>
                  <a:cubicBezTo>
                    <a:pt x="-103875" y="411773"/>
                    <a:pt x="14418" y="167013"/>
                    <a:pt x="137732" y="95071"/>
                  </a:cubicBezTo>
                  <a:close/>
                </a:path>
              </a:pathLst>
            </a:custGeom>
            <a:solidFill>
              <a:srgbClr val="6D5C4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0" name="Oval 289">
              <a:extLst>
                <a:ext uri="{FF2B5EF4-FFF2-40B4-BE49-F238E27FC236}">
                  <a16:creationId xmlns:a16="http://schemas.microsoft.com/office/drawing/2014/main" id="{BCD426CB-B8F1-541E-671D-6DC27900F917}"/>
                </a:ext>
              </a:extLst>
            </p:cNvPr>
            <p:cNvSpPr/>
            <p:nvPr/>
          </p:nvSpPr>
          <p:spPr>
            <a:xfrm rot="1481847">
              <a:off x="2697090" y="4487946"/>
              <a:ext cx="317015" cy="105972"/>
            </a:xfrm>
            <a:prstGeom prst="ellipse">
              <a:avLst/>
            </a:prstGeom>
            <a:solidFill>
              <a:srgbClr val="C7C7C7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Oval 290">
              <a:extLst>
                <a:ext uri="{FF2B5EF4-FFF2-40B4-BE49-F238E27FC236}">
                  <a16:creationId xmlns:a16="http://schemas.microsoft.com/office/drawing/2014/main" id="{BB15E63E-23DE-9DAD-4E2F-113842C34291}"/>
                </a:ext>
              </a:extLst>
            </p:cNvPr>
            <p:cNvSpPr/>
            <p:nvPr/>
          </p:nvSpPr>
          <p:spPr>
            <a:xfrm rot="366718">
              <a:off x="2927665" y="4546691"/>
              <a:ext cx="153453" cy="101186"/>
            </a:xfrm>
            <a:prstGeom prst="ellipse">
              <a:avLst/>
            </a:prstGeom>
            <a:solidFill>
              <a:srgbClr val="CFBBB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2" name="Oval 291">
              <a:extLst>
                <a:ext uri="{FF2B5EF4-FFF2-40B4-BE49-F238E27FC236}">
                  <a16:creationId xmlns:a16="http://schemas.microsoft.com/office/drawing/2014/main" id="{E07EAF28-BFD0-5B66-AF68-35AFB1B0200B}"/>
                </a:ext>
              </a:extLst>
            </p:cNvPr>
            <p:cNvSpPr/>
            <p:nvPr/>
          </p:nvSpPr>
          <p:spPr>
            <a:xfrm rot="1443167">
              <a:off x="2595847" y="4066394"/>
              <a:ext cx="571474" cy="291117"/>
            </a:xfrm>
            <a:prstGeom prst="ellipse">
              <a:avLst/>
            </a:prstGeom>
            <a:solidFill>
              <a:srgbClr val="C7C7C7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3" name="Oval 107">
              <a:extLst>
                <a:ext uri="{FF2B5EF4-FFF2-40B4-BE49-F238E27FC236}">
                  <a16:creationId xmlns:a16="http://schemas.microsoft.com/office/drawing/2014/main" id="{13607F27-A60D-301F-39BD-26B2B27FD73E}"/>
                </a:ext>
              </a:extLst>
            </p:cNvPr>
            <p:cNvSpPr/>
            <p:nvPr/>
          </p:nvSpPr>
          <p:spPr>
            <a:xfrm rot="1443167">
              <a:off x="2608736" y="4050190"/>
              <a:ext cx="580818" cy="198696"/>
            </a:xfrm>
            <a:custGeom>
              <a:avLst/>
              <a:gdLst>
                <a:gd name="csX0" fmla="*/ 122468 w 1691866"/>
                <a:gd name="csY0" fmla="*/ 194979 h 624104"/>
                <a:gd name="csX1" fmla="*/ 971484 w 1691866"/>
                <a:gd name="csY1" fmla="*/ 6877 h 624104"/>
                <a:gd name="csX2" fmla="*/ 1691866 w 1691866"/>
                <a:gd name="csY2" fmla="*/ 423579 h 624104"/>
                <a:gd name="csX3" fmla="*/ 173742 w 1691866"/>
                <a:gd name="csY3" fmla="*/ 595029 h 624104"/>
                <a:gd name="csX4" fmla="*/ 122468 w 1691866"/>
                <a:gd name="csY4" fmla="*/ 194979 h 6241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691866" h="624104">
                  <a:moveTo>
                    <a:pt x="122468" y="194979"/>
                  </a:moveTo>
                  <a:cubicBezTo>
                    <a:pt x="255425" y="96954"/>
                    <a:pt x="709918" y="-31223"/>
                    <a:pt x="971484" y="6877"/>
                  </a:cubicBezTo>
                  <a:cubicBezTo>
                    <a:pt x="1233050" y="44977"/>
                    <a:pt x="1691866" y="171074"/>
                    <a:pt x="1691866" y="423579"/>
                  </a:cubicBezTo>
                  <a:cubicBezTo>
                    <a:pt x="1691866" y="676084"/>
                    <a:pt x="435308" y="633129"/>
                    <a:pt x="173742" y="595029"/>
                  </a:cubicBezTo>
                  <a:cubicBezTo>
                    <a:pt x="-87824" y="556929"/>
                    <a:pt x="-10489" y="293004"/>
                    <a:pt x="122468" y="194979"/>
                  </a:cubicBezTo>
                  <a:close/>
                </a:path>
              </a:pathLst>
            </a:custGeom>
            <a:solidFill>
              <a:srgbClr val="6D5C4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4" name="Oval 293">
              <a:extLst>
                <a:ext uri="{FF2B5EF4-FFF2-40B4-BE49-F238E27FC236}">
                  <a16:creationId xmlns:a16="http://schemas.microsoft.com/office/drawing/2014/main" id="{1B02FFF9-AD12-4E7C-E0B0-A6FA380FAD28}"/>
                </a:ext>
              </a:extLst>
            </p:cNvPr>
            <p:cNvSpPr/>
            <p:nvPr/>
          </p:nvSpPr>
          <p:spPr>
            <a:xfrm rot="1747228">
              <a:off x="1995828" y="4495190"/>
              <a:ext cx="352074" cy="113805"/>
            </a:xfrm>
            <a:prstGeom prst="ellipse">
              <a:avLst/>
            </a:prstGeom>
            <a:solidFill>
              <a:srgbClr val="C7C7C7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5" name="Oval 294">
              <a:extLst>
                <a:ext uri="{FF2B5EF4-FFF2-40B4-BE49-F238E27FC236}">
                  <a16:creationId xmlns:a16="http://schemas.microsoft.com/office/drawing/2014/main" id="{419E1AF2-50D4-0C43-3316-E0EBCAC64A5C}"/>
                </a:ext>
              </a:extLst>
            </p:cNvPr>
            <p:cNvSpPr/>
            <p:nvPr/>
          </p:nvSpPr>
          <p:spPr>
            <a:xfrm rot="366718">
              <a:off x="2276108" y="4597567"/>
              <a:ext cx="159743" cy="107509"/>
            </a:xfrm>
            <a:prstGeom prst="ellipse">
              <a:avLst/>
            </a:prstGeom>
            <a:solidFill>
              <a:srgbClr val="CFBBB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6" name="Oval 295">
              <a:extLst>
                <a:ext uri="{FF2B5EF4-FFF2-40B4-BE49-F238E27FC236}">
                  <a16:creationId xmlns:a16="http://schemas.microsoft.com/office/drawing/2014/main" id="{D10B6DE0-75F6-8C7D-DF90-9746E53CE86E}"/>
                </a:ext>
              </a:extLst>
            </p:cNvPr>
            <p:cNvSpPr/>
            <p:nvPr/>
          </p:nvSpPr>
          <p:spPr>
            <a:xfrm>
              <a:off x="2770708" y="4047415"/>
              <a:ext cx="131096" cy="133682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7" name="Oval 123">
              <a:extLst>
                <a:ext uri="{FF2B5EF4-FFF2-40B4-BE49-F238E27FC236}">
                  <a16:creationId xmlns:a16="http://schemas.microsoft.com/office/drawing/2014/main" id="{C29C87B2-FC31-7C96-76DF-C43642F4F2D4}"/>
                </a:ext>
              </a:extLst>
            </p:cNvPr>
            <p:cNvSpPr/>
            <p:nvPr/>
          </p:nvSpPr>
          <p:spPr>
            <a:xfrm rot="20235781">
              <a:off x="2530068" y="3742234"/>
              <a:ext cx="226139" cy="322817"/>
            </a:xfrm>
            <a:custGeom>
              <a:avLst/>
              <a:gdLst>
                <a:gd name="csX0" fmla="*/ 0 w 378693"/>
                <a:gd name="csY0" fmla="*/ 226783 h 520761"/>
                <a:gd name="csX1" fmla="*/ 194333 w 378693"/>
                <a:gd name="csY1" fmla="*/ 1 h 520761"/>
                <a:gd name="csX2" fmla="*/ 378693 w 378693"/>
                <a:gd name="csY2" fmla="*/ 224998 h 520761"/>
                <a:gd name="csX3" fmla="*/ 194333 w 378693"/>
                <a:gd name="csY3" fmla="*/ 520761 h 520761"/>
                <a:gd name="csX4" fmla="*/ 0 w 378693"/>
                <a:gd name="csY4" fmla="*/ 226783 h 5207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78693" h="520761">
                  <a:moveTo>
                    <a:pt x="0" y="226783"/>
                  </a:moveTo>
                  <a:cubicBezTo>
                    <a:pt x="0" y="82979"/>
                    <a:pt x="131218" y="298"/>
                    <a:pt x="194333" y="1"/>
                  </a:cubicBezTo>
                  <a:cubicBezTo>
                    <a:pt x="257448" y="-296"/>
                    <a:pt x="378693" y="81194"/>
                    <a:pt x="378693" y="224998"/>
                  </a:cubicBezTo>
                  <a:cubicBezTo>
                    <a:pt x="378693" y="368802"/>
                    <a:pt x="257448" y="520464"/>
                    <a:pt x="194333" y="520761"/>
                  </a:cubicBezTo>
                  <a:cubicBezTo>
                    <a:pt x="131218" y="521058"/>
                    <a:pt x="0" y="370587"/>
                    <a:pt x="0" y="226783"/>
                  </a:cubicBezTo>
                  <a:close/>
                </a:path>
              </a:pathLst>
            </a:custGeom>
            <a:solidFill>
              <a:srgbClr val="C7C7C7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8" name="Arc 297">
              <a:extLst>
                <a:ext uri="{FF2B5EF4-FFF2-40B4-BE49-F238E27FC236}">
                  <a16:creationId xmlns:a16="http://schemas.microsoft.com/office/drawing/2014/main" id="{AFD8E3D2-6CEE-6BC2-666D-C3BEC3F721E1}"/>
                </a:ext>
              </a:extLst>
            </p:cNvPr>
            <p:cNvSpPr/>
            <p:nvPr/>
          </p:nvSpPr>
          <p:spPr>
            <a:xfrm rot="13801390">
              <a:off x="2829251" y="4064449"/>
              <a:ext cx="28874" cy="64833"/>
            </a:xfrm>
            <a:prstGeom prst="arc">
              <a:avLst/>
            </a:prstGeom>
            <a:solidFill>
              <a:schemeClr val="bg1"/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9" name="Oval 298">
              <a:extLst>
                <a:ext uri="{FF2B5EF4-FFF2-40B4-BE49-F238E27FC236}">
                  <a16:creationId xmlns:a16="http://schemas.microsoft.com/office/drawing/2014/main" id="{B94422CE-5864-B847-83F5-F4A9B598BB4F}"/>
                </a:ext>
              </a:extLst>
            </p:cNvPr>
            <p:cNvSpPr/>
            <p:nvPr/>
          </p:nvSpPr>
          <p:spPr>
            <a:xfrm rot="20401258">
              <a:off x="2624365" y="3851213"/>
              <a:ext cx="87390" cy="174658"/>
            </a:xfrm>
            <a:prstGeom prst="ellipse">
              <a:avLst/>
            </a:prstGeom>
            <a:solidFill>
              <a:schemeClr val="bg2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0" name="Arc 299">
              <a:extLst>
                <a:ext uri="{FF2B5EF4-FFF2-40B4-BE49-F238E27FC236}">
                  <a16:creationId xmlns:a16="http://schemas.microsoft.com/office/drawing/2014/main" id="{B4A4A204-D83D-C055-03EB-F5F78220A01B}"/>
                </a:ext>
              </a:extLst>
            </p:cNvPr>
            <p:cNvSpPr/>
            <p:nvPr/>
          </p:nvSpPr>
          <p:spPr>
            <a:xfrm rot="512273">
              <a:off x="2690818" y="4212197"/>
              <a:ext cx="366479" cy="84291"/>
            </a:xfrm>
            <a:prstGeom prst="arc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1" name="Arc 300">
              <a:extLst>
                <a:ext uri="{FF2B5EF4-FFF2-40B4-BE49-F238E27FC236}">
                  <a16:creationId xmlns:a16="http://schemas.microsoft.com/office/drawing/2014/main" id="{76E563DC-DD53-2E91-EC7D-11B838E27B99}"/>
                </a:ext>
              </a:extLst>
            </p:cNvPr>
            <p:cNvSpPr/>
            <p:nvPr/>
          </p:nvSpPr>
          <p:spPr>
            <a:xfrm rot="20883052">
              <a:off x="2693233" y="4288244"/>
              <a:ext cx="366479" cy="84291"/>
            </a:xfrm>
            <a:prstGeom prst="arc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2" name="Arc 301">
              <a:extLst>
                <a:ext uri="{FF2B5EF4-FFF2-40B4-BE49-F238E27FC236}">
                  <a16:creationId xmlns:a16="http://schemas.microsoft.com/office/drawing/2014/main" id="{B6C614D4-2123-6F8F-85DD-A05564206AE0}"/>
                </a:ext>
              </a:extLst>
            </p:cNvPr>
            <p:cNvSpPr/>
            <p:nvPr/>
          </p:nvSpPr>
          <p:spPr>
            <a:xfrm rot="20297327">
              <a:off x="2714668" y="4334844"/>
              <a:ext cx="366479" cy="84291"/>
            </a:xfrm>
            <a:prstGeom prst="arc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3" name="Arc 302">
              <a:extLst>
                <a:ext uri="{FF2B5EF4-FFF2-40B4-BE49-F238E27FC236}">
                  <a16:creationId xmlns:a16="http://schemas.microsoft.com/office/drawing/2014/main" id="{CF3B71A0-8084-242A-120A-9E8731F861D9}"/>
                </a:ext>
              </a:extLst>
            </p:cNvPr>
            <p:cNvSpPr/>
            <p:nvPr/>
          </p:nvSpPr>
          <p:spPr>
            <a:xfrm rot="17991802">
              <a:off x="2843351" y="4422460"/>
              <a:ext cx="380433" cy="81200"/>
            </a:xfrm>
            <a:prstGeom prst="arc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4" name="Arc 303">
              <a:extLst>
                <a:ext uri="{FF2B5EF4-FFF2-40B4-BE49-F238E27FC236}">
                  <a16:creationId xmlns:a16="http://schemas.microsoft.com/office/drawing/2014/main" id="{E636B852-CD44-1334-9555-83DBAE84B158}"/>
                </a:ext>
              </a:extLst>
            </p:cNvPr>
            <p:cNvSpPr/>
            <p:nvPr/>
          </p:nvSpPr>
          <p:spPr>
            <a:xfrm rot="21178739" flipH="1">
              <a:off x="3116369" y="4217696"/>
              <a:ext cx="268765" cy="80103"/>
            </a:xfrm>
            <a:prstGeom prst="arc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5" name="Arc 304">
              <a:extLst>
                <a:ext uri="{FF2B5EF4-FFF2-40B4-BE49-F238E27FC236}">
                  <a16:creationId xmlns:a16="http://schemas.microsoft.com/office/drawing/2014/main" id="{5022654C-5845-F7E5-E647-670C3B708B39}"/>
                </a:ext>
              </a:extLst>
            </p:cNvPr>
            <p:cNvSpPr/>
            <p:nvPr/>
          </p:nvSpPr>
          <p:spPr>
            <a:xfrm rot="273135" flipH="1">
              <a:off x="3139381" y="4261348"/>
              <a:ext cx="291464" cy="62397"/>
            </a:xfrm>
            <a:prstGeom prst="arc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6" name="Arc 305">
              <a:extLst>
                <a:ext uri="{FF2B5EF4-FFF2-40B4-BE49-F238E27FC236}">
                  <a16:creationId xmlns:a16="http://schemas.microsoft.com/office/drawing/2014/main" id="{CE9A8E96-46A2-6929-CE04-A96A69B5085A}"/>
                </a:ext>
              </a:extLst>
            </p:cNvPr>
            <p:cNvSpPr/>
            <p:nvPr/>
          </p:nvSpPr>
          <p:spPr>
            <a:xfrm rot="20908532" flipH="1">
              <a:off x="3126471" y="4177169"/>
              <a:ext cx="268765" cy="80103"/>
            </a:xfrm>
            <a:prstGeom prst="arc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7" name="Arc 306">
              <a:extLst>
                <a:ext uri="{FF2B5EF4-FFF2-40B4-BE49-F238E27FC236}">
                  <a16:creationId xmlns:a16="http://schemas.microsoft.com/office/drawing/2014/main" id="{F721E198-8167-8AE1-62D1-0B40C59DDB1D}"/>
                </a:ext>
              </a:extLst>
            </p:cNvPr>
            <p:cNvSpPr/>
            <p:nvPr/>
          </p:nvSpPr>
          <p:spPr>
            <a:xfrm rot="1255848" flipH="1">
              <a:off x="3162194" y="4304564"/>
              <a:ext cx="268765" cy="80103"/>
            </a:xfrm>
            <a:prstGeom prst="arc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8" name="Oval 307">
              <a:extLst>
                <a:ext uri="{FF2B5EF4-FFF2-40B4-BE49-F238E27FC236}">
                  <a16:creationId xmlns:a16="http://schemas.microsoft.com/office/drawing/2014/main" id="{81A7E827-7D02-4DF8-B7BD-1F6C4120A0A0}"/>
                </a:ext>
              </a:extLst>
            </p:cNvPr>
            <p:cNvSpPr/>
            <p:nvPr/>
          </p:nvSpPr>
          <p:spPr>
            <a:xfrm>
              <a:off x="3053930" y="4244706"/>
              <a:ext cx="114268" cy="104077"/>
            </a:xfrm>
            <a:prstGeom prst="ellipse">
              <a:avLst/>
            </a:prstGeom>
            <a:solidFill>
              <a:srgbClr val="B5919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9" name="Straight Connector 308">
              <a:extLst>
                <a:ext uri="{FF2B5EF4-FFF2-40B4-BE49-F238E27FC236}">
                  <a16:creationId xmlns:a16="http://schemas.microsoft.com/office/drawing/2014/main" id="{5B52AE6D-1EDC-2D1A-BB3C-E942986C70A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75694" y="4627447"/>
              <a:ext cx="55583" cy="20246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>
              <a:extLst>
                <a:ext uri="{FF2B5EF4-FFF2-40B4-BE49-F238E27FC236}">
                  <a16:creationId xmlns:a16="http://schemas.microsoft.com/office/drawing/2014/main" id="{060F5705-0164-976A-A314-8BCD481CD7A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75694" y="4644093"/>
              <a:ext cx="55583" cy="20246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Straight Connector 310">
              <a:extLst>
                <a:ext uri="{FF2B5EF4-FFF2-40B4-BE49-F238E27FC236}">
                  <a16:creationId xmlns:a16="http://schemas.microsoft.com/office/drawing/2014/main" id="{70248EB9-1ABF-5ABD-601F-1C71656F638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73706" y="4660400"/>
              <a:ext cx="55583" cy="20246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Straight Connector 311">
              <a:extLst>
                <a:ext uri="{FF2B5EF4-FFF2-40B4-BE49-F238E27FC236}">
                  <a16:creationId xmlns:a16="http://schemas.microsoft.com/office/drawing/2014/main" id="{64337E76-D06A-4349-C73C-68EDEA9052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46242" y="4672120"/>
              <a:ext cx="55583" cy="20246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Straight Connector 312">
              <a:extLst>
                <a:ext uri="{FF2B5EF4-FFF2-40B4-BE49-F238E27FC236}">
                  <a16:creationId xmlns:a16="http://schemas.microsoft.com/office/drawing/2014/main" id="{3D4C98E3-5C80-ECE0-CF51-03CFED4DAA4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24338" y="4569317"/>
              <a:ext cx="55583" cy="20246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Straight Connector 313">
              <a:extLst>
                <a:ext uri="{FF2B5EF4-FFF2-40B4-BE49-F238E27FC236}">
                  <a16:creationId xmlns:a16="http://schemas.microsoft.com/office/drawing/2014/main" id="{51FE056F-B1FD-98F9-4A7F-5683E888D57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17092" y="4592242"/>
              <a:ext cx="55583" cy="20246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Straight Connector 314">
              <a:extLst>
                <a:ext uri="{FF2B5EF4-FFF2-40B4-BE49-F238E27FC236}">
                  <a16:creationId xmlns:a16="http://schemas.microsoft.com/office/drawing/2014/main" id="{E3789B4A-1B52-F473-9695-7C8C493E995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06083" y="4616368"/>
              <a:ext cx="55583" cy="20246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6" name="Group 315">
            <a:extLst>
              <a:ext uri="{FF2B5EF4-FFF2-40B4-BE49-F238E27FC236}">
                <a16:creationId xmlns:a16="http://schemas.microsoft.com/office/drawing/2014/main" id="{22CB22C6-6C18-050A-C6C5-0E6B5E19C60E}"/>
              </a:ext>
            </a:extLst>
          </p:cNvPr>
          <p:cNvGrpSpPr>
            <a:grpSpLocks noChangeAspect="1"/>
          </p:cNvGrpSpPr>
          <p:nvPr/>
        </p:nvGrpSpPr>
        <p:grpSpPr>
          <a:xfrm>
            <a:off x="693618" y="4335059"/>
            <a:ext cx="527696" cy="877940"/>
            <a:chOff x="8929037" y="2961892"/>
            <a:chExt cx="983593" cy="1636430"/>
          </a:xfrm>
        </p:grpSpPr>
        <p:grpSp>
          <p:nvGrpSpPr>
            <p:cNvPr id="317" name="Group 316">
              <a:extLst>
                <a:ext uri="{FF2B5EF4-FFF2-40B4-BE49-F238E27FC236}">
                  <a16:creationId xmlns:a16="http://schemas.microsoft.com/office/drawing/2014/main" id="{71954F25-88F0-DF40-67FD-BFED106B03FA}"/>
                </a:ext>
              </a:extLst>
            </p:cNvPr>
            <p:cNvGrpSpPr/>
            <p:nvPr/>
          </p:nvGrpSpPr>
          <p:grpSpPr>
            <a:xfrm>
              <a:off x="8929037" y="2961892"/>
              <a:ext cx="701396" cy="641829"/>
              <a:chOff x="8929037" y="2961892"/>
              <a:chExt cx="701396" cy="641829"/>
            </a:xfrm>
          </p:grpSpPr>
          <p:grpSp>
            <p:nvGrpSpPr>
              <p:cNvPr id="319" name="Group 318">
                <a:extLst>
                  <a:ext uri="{FF2B5EF4-FFF2-40B4-BE49-F238E27FC236}">
                    <a16:creationId xmlns:a16="http://schemas.microsoft.com/office/drawing/2014/main" id="{182D1B28-AF83-DF30-0228-A9BAB5829812}"/>
                  </a:ext>
                </a:extLst>
              </p:cNvPr>
              <p:cNvGrpSpPr/>
              <p:nvPr/>
            </p:nvGrpSpPr>
            <p:grpSpPr>
              <a:xfrm rot="199363">
                <a:off x="8929037" y="2961892"/>
                <a:ext cx="701396" cy="641829"/>
                <a:chOff x="8870241" y="1241642"/>
                <a:chExt cx="701396" cy="641829"/>
              </a:xfrm>
              <a:solidFill>
                <a:schemeClr val="accent6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323" name="Freeform: Shape 322">
                  <a:extLst>
                    <a:ext uri="{FF2B5EF4-FFF2-40B4-BE49-F238E27FC236}">
                      <a16:creationId xmlns:a16="http://schemas.microsoft.com/office/drawing/2014/main" id="{789DBF46-DBEF-3669-3C90-A7C8ED8D81D1}"/>
                    </a:ext>
                  </a:extLst>
                </p:cNvPr>
                <p:cNvSpPr/>
                <p:nvPr/>
              </p:nvSpPr>
              <p:spPr>
                <a:xfrm>
                  <a:off x="8916171" y="1241642"/>
                  <a:ext cx="509580" cy="641829"/>
                </a:xfrm>
                <a:custGeom>
                  <a:avLst/>
                  <a:gdLst>
                    <a:gd name="csX0" fmla="*/ 88061 w 454001"/>
                    <a:gd name="csY0" fmla="*/ 530463 h 530463"/>
                    <a:gd name="csX1" fmla="*/ 25 w 454001"/>
                    <a:gd name="csY1" fmla="*/ 334114 h 530463"/>
                    <a:gd name="csX2" fmla="*/ 96278 w 454001"/>
                    <a:gd name="csY2" fmla="*/ 105514 h 530463"/>
                    <a:gd name="csX3" fmla="*/ 409099 w 454001"/>
                    <a:gd name="csY3" fmla="*/ 9261 h 530463"/>
                    <a:gd name="csX4" fmla="*/ 445194 w 454001"/>
                    <a:gd name="csY4" fmla="*/ 9261 h 53046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454001" h="530463">
                      <a:moveTo>
                        <a:pt x="88061" y="530463"/>
                      </a:moveTo>
                      <a:cubicBezTo>
                        <a:pt x="54974" y="459276"/>
                        <a:pt x="-1344" y="404939"/>
                        <a:pt x="25" y="334114"/>
                      </a:cubicBezTo>
                      <a:cubicBezTo>
                        <a:pt x="1394" y="263289"/>
                        <a:pt x="28099" y="159656"/>
                        <a:pt x="96278" y="105514"/>
                      </a:cubicBezTo>
                      <a:cubicBezTo>
                        <a:pt x="164457" y="51372"/>
                        <a:pt x="350946" y="25303"/>
                        <a:pt x="409099" y="9261"/>
                      </a:cubicBezTo>
                      <a:cubicBezTo>
                        <a:pt x="467252" y="-6781"/>
                        <a:pt x="456223" y="1240"/>
                        <a:pt x="445194" y="9261"/>
                      </a:cubicBezTo>
                    </a:path>
                  </a:pathLst>
                </a:custGeom>
                <a:grpFill/>
                <a:ln w="19050"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24" name="Freeform: Shape 323">
                  <a:extLst>
                    <a:ext uri="{FF2B5EF4-FFF2-40B4-BE49-F238E27FC236}">
                      <a16:creationId xmlns:a16="http://schemas.microsoft.com/office/drawing/2014/main" id="{661F8E55-688B-B321-5271-7268C6DEFC2E}"/>
                    </a:ext>
                  </a:extLst>
                </p:cNvPr>
                <p:cNvSpPr/>
                <p:nvPr/>
              </p:nvSpPr>
              <p:spPr>
                <a:xfrm rot="3507530" flipH="1">
                  <a:off x="9019782" y="1251608"/>
                  <a:ext cx="402314" cy="701396"/>
                </a:xfrm>
                <a:custGeom>
                  <a:avLst/>
                  <a:gdLst>
                    <a:gd name="csX0" fmla="*/ 82372 w 459491"/>
                    <a:gd name="csY0" fmla="*/ 578325 h 578325"/>
                    <a:gd name="csX1" fmla="*/ 77 w 459491"/>
                    <a:gd name="csY1" fmla="*/ 353878 h 578325"/>
                    <a:gd name="csX2" fmla="*/ 96330 w 459491"/>
                    <a:gd name="csY2" fmla="*/ 125278 h 578325"/>
                    <a:gd name="csX3" fmla="*/ 459491 w 459491"/>
                    <a:gd name="csY3" fmla="*/ 0 h 57832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459491" h="578325">
                      <a:moveTo>
                        <a:pt x="82372" y="578325"/>
                      </a:moveTo>
                      <a:cubicBezTo>
                        <a:pt x="49285" y="507138"/>
                        <a:pt x="-2249" y="429386"/>
                        <a:pt x="77" y="353878"/>
                      </a:cubicBezTo>
                      <a:cubicBezTo>
                        <a:pt x="2403" y="278370"/>
                        <a:pt x="19761" y="184258"/>
                        <a:pt x="96330" y="125278"/>
                      </a:cubicBezTo>
                      <a:cubicBezTo>
                        <a:pt x="172899" y="66298"/>
                        <a:pt x="387430" y="29114"/>
                        <a:pt x="459491" y="0"/>
                      </a:cubicBezTo>
                    </a:path>
                  </a:pathLst>
                </a:custGeom>
                <a:grpFill/>
                <a:ln w="19050"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320" name="Arc 319">
                <a:extLst>
                  <a:ext uri="{FF2B5EF4-FFF2-40B4-BE49-F238E27FC236}">
                    <a16:creationId xmlns:a16="http://schemas.microsoft.com/office/drawing/2014/main" id="{AE746534-19FE-A3B5-55D7-34604CBD3117}"/>
                  </a:ext>
                </a:extLst>
              </p:cNvPr>
              <p:cNvSpPr/>
              <p:nvPr/>
            </p:nvSpPr>
            <p:spPr>
              <a:xfrm rot="9605115">
                <a:off x="9052952" y="3203783"/>
                <a:ext cx="217029" cy="314740"/>
              </a:xfrm>
              <a:prstGeom prst="arc">
                <a:avLst/>
              </a:prstGeom>
              <a:ln w="19050">
                <a:solidFill>
                  <a:srgbClr val="13511C"/>
                </a:solidFill>
              </a:ln>
            </p:spPr>
            <p:style>
              <a:lnRef idx="2">
                <a:schemeClr val="accent3"/>
              </a:lnRef>
              <a:fillRef idx="0">
                <a:schemeClr val="accent3"/>
              </a:fillRef>
              <a:effectRef idx="1">
                <a:schemeClr val="accent3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1" name="Arc 320">
                <a:extLst>
                  <a:ext uri="{FF2B5EF4-FFF2-40B4-BE49-F238E27FC236}">
                    <a16:creationId xmlns:a16="http://schemas.microsoft.com/office/drawing/2014/main" id="{DD5254DF-D7C1-D368-587B-D71E92CE0C12}"/>
                  </a:ext>
                </a:extLst>
              </p:cNvPr>
              <p:cNvSpPr/>
              <p:nvPr/>
            </p:nvSpPr>
            <p:spPr>
              <a:xfrm rot="9605115">
                <a:off x="9101911" y="3110260"/>
                <a:ext cx="217029" cy="314740"/>
              </a:xfrm>
              <a:prstGeom prst="arc">
                <a:avLst>
                  <a:gd name="adj1" fmla="val 15874131"/>
                  <a:gd name="adj2" fmla="val 1350044"/>
                </a:avLst>
              </a:prstGeom>
              <a:ln w="19050">
                <a:solidFill>
                  <a:srgbClr val="13511C"/>
                </a:solidFill>
              </a:ln>
            </p:spPr>
            <p:style>
              <a:lnRef idx="2">
                <a:schemeClr val="accent3"/>
              </a:lnRef>
              <a:fillRef idx="0">
                <a:schemeClr val="accent3"/>
              </a:fillRef>
              <a:effectRef idx="1">
                <a:schemeClr val="accent3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2" name="Arc 321">
                <a:extLst>
                  <a:ext uri="{FF2B5EF4-FFF2-40B4-BE49-F238E27FC236}">
                    <a16:creationId xmlns:a16="http://schemas.microsoft.com/office/drawing/2014/main" id="{E701A2A3-64AA-2118-1093-6ACDF32022EA}"/>
                  </a:ext>
                </a:extLst>
              </p:cNvPr>
              <p:cNvSpPr/>
              <p:nvPr/>
            </p:nvSpPr>
            <p:spPr>
              <a:xfrm rot="9605115">
                <a:off x="9197654" y="2984824"/>
                <a:ext cx="251670" cy="358188"/>
              </a:xfrm>
              <a:prstGeom prst="arc">
                <a:avLst>
                  <a:gd name="adj1" fmla="val 16200000"/>
                  <a:gd name="adj2" fmla="val 1800072"/>
                </a:avLst>
              </a:prstGeom>
              <a:ln w="19050">
                <a:solidFill>
                  <a:srgbClr val="13511C"/>
                </a:solidFill>
              </a:ln>
            </p:spPr>
            <p:style>
              <a:lnRef idx="2">
                <a:schemeClr val="accent3"/>
              </a:lnRef>
              <a:fillRef idx="0">
                <a:schemeClr val="accent3"/>
              </a:fillRef>
              <a:effectRef idx="1">
                <a:schemeClr val="accent3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18" name="Arc 317">
              <a:extLst>
                <a:ext uri="{FF2B5EF4-FFF2-40B4-BE49-F238E27FC236}">
                  <a16:creationId xmlns:a16="http://schemas.microsoft.com/office/drawing/2014/main" id="{C1FF1D3B-092D-FDA0-6A12-9334B669E532}"/>
                </a:ext>
              </a:extLst>
            </p:cNvPr>
            <p:cNvSpPr/>
            <p:nvPr/>
          </p:nvSpPr>
          <p:spPr>
            <a:xfrm rot="17619608">
              <a:off x="8646908" y="3332599"/>
              <a:ext cx="1617046" cy="914399"/>
            </a:xfrm>
            <a:prstGeom prst="arc">
              <a:avLst>
                <a:gd name="adj1" fmla="val 14834143"/>
                <a:gd name="adj2" fmla="val 19800071"/>
              </a:avLst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25" name="Group 324">
            <a:extLst>
              <a:ext uri="{FF2B5EF4-FFF2-40B4-BE49-F238E27FC236}">
                <a16:creationId xmlns:a16="http://schemas.microsoft.com/office/drawing/2014/main" id="{F50D27ED-DE33-9F6A-EB70-41AF291E80F4}"/>
              </a:ext>
            </a:extLst>
          </p:cNvPr>
          <p:cNvGrpSpPr/>
          <p:nvPr/>
        </p:nvGrpSpPr>
        <p:grpSpPr>
          <a:xfrm>
            <a:off x="582239" y="7831649"/>
            <a:ext cx="607343" cy="285576"/>
            <a:chOff x="6455500" y="5666476"/>
            <a:chExt cx="607343" cy="285576"/>
          </a:xfrm>
        </p:grpSpPr>
        <p:grpSp>
          <p:nvGrpSpPr>
            <p:cNvPr id="326" name="Group 325">
              <a:extLst>
                <a:ext uri="{FF2B5EF4-FFF2-40B4-BE49-F238E27FC236}">
                  <a16:creationId xmlns:a16="http://schemas.microsoft.com/office/drawing/2014/main" id="{CE20F340-0EDA-27B2-AC9D-C62263CB074B}"/>
                </a:ext>
              </a:extLst>
            </p:cNvPr>
            <p:cNvGrpSpPr/>
            <p:nvPr/>
          </p:nvGrpSpPr>
          <p:grpSpPr>
            <a:xfrm>
              <a:off x="6455535" y="5666476"/>
              <a:ext cx="607308" cy="217181"/>
              <a:chOff x="6755245" y="1425549"/>
              <a:chExt cx="909708" cy="289991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BD02CEC5-549F-2FA2-EBDF-86162AB199B5}"/>
                  </a:ext>
                </a:extLst>
              </p:cNvPr>
              <p:cNvSpPr/>
              <p:nvPr/>
            </p:nvSpPr>
            <p:spPr>
              <a:xfrm>
                <a:off x="6765164" y="1425549"/>
                <a:ext cx="899789" cy="110876"/>
              </a:xfrm>
              <a:custGeom>
                <a:avLst/>
                <a:gdLst>
                  <a:gd name="csX0" fmla="*/ 0 w 971550"/>
                  <a:gd name="csY0" fmla="*/ 85832 h 114444"/>
                  <a:gd name="csX1" fmla="*/ 114300 w 971550"/>
                  <a:gd name="csY1" fmla="*/ 107 h 114444"/>
                  <a:gd name="csX2" fmla="*/ 228600 w 971550"/>
                  <a:gd name="csY2" fmla="*/ 66782 h 114444"/>
                  <a:gd name="csX3" fmla="*/ 400050 w 971550"/>
                  <a:gd name="csY3" fmla="*/ 9632 h 114444"/>
                  <a:gd name="csX4" fmla="*/ 533400 w 971550"/>
                  <a:gd name="csY4" fmla="*/ 104882 h 114444"/>
                  <a:gd name="csX5" fmla="*/ 695325 w 971550"/>
                  <a:gd name="csY5" fmla="*/ 9632 h 114444"/>
                  <a:gd name="csX6" fmla="*/ 819150 w 971550"/>
                  <a:gd name="csY6" fmla="*/ 114407 h 114444"/>
                  <a:gd name="csX7" fmla="*/ 971550 w 971550"/>
                  <a:gd name="csY7" fmla="*/ 19157 h 11444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971550" h="114444">
                    <a:moveTo>
                      <a:pt x="0" y="85832"/>
                    </a:moveTo>
                    <a:cubicBezTo>
                      <a:pt x="38100" y="44557"/>
                      <a:pt x="76200" y="3282"/>
                      <a:pt x="114300" y="107"/>
                    </a:cubicBezTo>
                    <a:cubicBezTo>
                      <a:pt x="152400" y="-3068"/>
                      <a:pt x="180975" y="65195"/>
                      <a:pt x="228600" y="66782"/>
                    </a:cubicBezTo>
                    <a:cubicBezTo>
                      <a:pt x="276225" y="68369"/>
                      <a:pt x="349250" y="3282"/>
                      <a:pt x="400050" y="9632"/>
                    </a:cubicBezTo>
                    <a:cubicBezTo>
                      <a:pt x="450850" y="15982"/>
                      <a:pt x="484188" y="104882"/>
                      <a:pt x="533400" y="104882"/>
                    </a:cubicBezTo>
                    <a:cubicBezTo>
                      <a:pt x="582612" y="104882"/>
                      <a:pt x="647700" y="8045"/>
                      <a:pt x="695325" y="9632"/>
                    </a:cubicBezTo>
                    <a:cubicBezTo>
                      <a:pt x="742950" y="11219"/>
                      <a:pt x="773113" y="112820"/>
                      <a:pt x="819150" y="114407"/>
                    </a:cubicBezTo>
                    <a:cubicBezTo>
                      <a:pt x="865187" y="115994"/>
                      <a:pt x="918368" y="67575"/>
                      <a:pt x="971550" y="19157"/>
                    </a:cubicBezTo>
                  </a:path>
                </a:pathLst>
              </a:custGeom>
              <a:noFill/>
              <a:ln w="28575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9" name="Freeform: Shape 328">
                <a:extLst>
                  <a:ext uri="{FF2B5EF4-FFF2-40B4-BE49-F238E27FC236}">
                    <a16:creationId xmlns:a16="http://schemas.microsoft.com/office/drawing/2014/main" id="{8DD21A35-1F43-25B3-57F7-0273996335E8}"/>
                  </a:ext>
                </a:extLst>
              </p:cNvPr>
              <p:cNvSpPr/>
              <p:nvPr/>
            </p:nvSpPr>
            <p:spPr>
              <a:xfrm>
                <a:off x="6755245" y="1527841"/>
                <a:ext cx="899789" cy="110877"/>
              </a:xfrm>
              <a:custGeom>
                <a:avLst/>
                <a:gdLst>
                  <a:gd name="csX0" fmla="*/ 0 w 971550"/>
                  <a:gd name="csY0" fmla="*/ 85832 h 114444"/>
                  <a:gd name="csX1" fmla="*/ 114300 w 971550"/>
                  <a:gd name="csY1" fmla="*/ 107 h 114444"/>
                  <a:gd name="csX2" fmla="*/ 228600 w 971550"/>
                  <a:gd name="csY2" fmla="*/ 66782 h 114444"/>
                  <a:gd name="csX3" fmla="*/ 400050 w 971550"/>
                  <a:gd name="csY3" fmla="*/ 9632 h 114444"/>
                  <a:gd name="csX4" fmla="*/ 533400 w 971550"/>
                  <a:gd name="csY4" fmla="*/ 104882 h 114444"/>
                  <a:gd name="csX5" fmla="*/ 695325 w 971550"/>
                  <a:gd name="csY5" fmla="*/ 9632 h 114444"/>
                  <a:gd name="csX6" fmla="*/ 819150 w 971550"/>
                  <a:gd name="csY6" fmla="*/ 114407 h 114444"/>
                  <a:gd name="csX7" fmla="*/ 971550 w 971550"/>
                  <a:gd name="csY7" fmla="*/ 19157 h 11444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971550" h="114444">
                    <a:moveTo>
                      <a:pt x="0" y="85832"/>
                    </a:moveTo>
                    <a:cubicBezTo>
                      <a:pt x="38100" y="44557"/>
                      <a:pt x="76200" y="3282"/>
                      <a:pt x="114300" y="107"/>
                    </a:cubicBezTo>
                    <a:cubicBezTo>
                      <a:pt x="152400" y="-3068"/>
                      <a:pt x="180975" y="65195"/>
                      <a:pt x="228600" y="66782"/>
                    </a:cubicBezTo>
                    <a:cubicBezTo>
                      <a:pt x="276225" y="68369"/>
                      <a:pt x="349250" y="3282"/>
                      <a:pt x="400050" y="9632"/>
                    </a:cubicBezTo>
                    <a:cubicBezTo>
                      <a:pt x="450850" y="15982"/>
                      <a:pt x="484188" y="104882"/>
                      <a:pt x="533400" y="104882"/>
                    </a:cubicBezTo>
                    <a:cubicBezTo>
                      <a:pt x="582612" y="104882"/>
                      <a:pt x="647700" y="8045"/>
                      <a:pt x="695325" y="9632"/>
                    </a:cubicBezTo>
                    <a:cubicBezTo>
                      <a:pt x="742950" y="11219"/>
                      <a:pt x="773113" y="112820"/>
                      <a:pt x="819150" y="114407"/>
                    </a:cubicBezTo>
                    <a:cubicBezTo>
                      <a:pt x="865187" y="115994"/>
                      <a:pt x="918368" y="67575"/>
                      <a:pt x="971550" y="19157"/>
                    </a:cubicBezTo>
                  </a:path>
                </a:pathLst>
              </a:custGeom>
              <a:noFill/>
              <a:ln w="28575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0" name="Freeform: Shape 329">
                <a:extLst>
                  <a:ext uri="{FF2B5EF4-FFF2-40B4-BE49-F238E27FC236}">
                    <a16:creationId xmlns:a16="http://schemas.microsoft.com/office/drawing/2014/main" id="{D91009F1-FF94-B70E-55F4-3B45EFEB1F43}"/>
                  </a:ext>
                </a:extLst>
              </p:cNvPr>
              <p:cNvSpPr/>
              <p:nvPr/>
            </p:nvSpPr>
            <p:spPr>
              <a:xfrm>
                <a:off x="6758075" y="1604662"/>
                <a:ext cx="899789" cy="110878"/>
              </a:xfrm>
              <a:custGeom>
                <a:avLst/>
                <a:gdLst>
                  <a:gd name="csX0" fmla="*/ 0 w 971550"/>
                  <a:gd name="csY0" fmla="*/ 85832 h 114444"/>
                  <a:gd name="csX1" fmla="*/ 114300 w 971550"/>
                  <a:gd name="csY1" fmla="*/ 107 h 114444"/>
                  <a:gd name="csX2" fmla="*/ 228600 w 971550"/>
                  <a:gd name="csY2" fmla="*/ 66782 h 114444"/>
                  <a:gd name="csX3" fmla="*/ 400050 w 971550"/>
                  <a:gd name="csY3" fmla="*/ 9632 h 114444"/>
                  <a:gd name="csX4" fmla="*/ 533400 w 971550"/>
                  <a:gd name="csY4" fmla="*/ 104882 h 114444"/>
                  <a:gd name="csX5" fmla="*/ 695325 w 971550"/>
                  <a:gd name="csY5" fmla="*/ 9632 h 114444"/>
                  <a:gd name="csX6" fmla="*/ 819150 w 971550"/>
                  <a:gd name="csY6" fmla="*/ 114407 h 114444"/>
                  <a:gd name="csX7" fmla="*/ 971550 w 971550"/>
                  <a:gd name="csY7" fmla="*/ 19157 h 11444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971550" h="114444">
                    <a:moveTo>
                      <a:pt x="0" y="85832"/>
                    </a:moveTo>
                    <a:cubicBezTo>
                      <a:pt x="38100" y="44557"/>
                      <a:pt x="76200" y="3282"/>
                      <a:pt x="114300" y="107"/>
                    </a:cubicBezTo>
                    <a:cubicBezTo>
                      <a:pt x="152400" y="-3068"/>
                      <a:pt x="180975" y="65195"/>
                      <a:pt x="228600" y="66782"/>
                    </a:cubicBezTo>
                    <a:cubicBezTo>
                      <a:pt x="276225" y="68369"/>
                      <a:pt x="349250" y="3282"/>
                      <a:pt x="400050" y="9632"/>
                    </a:cubicBezTo>
                    <a:cubicBezTo>
                      <a:pt x="450850" y="15982"/>
                      <a:pt x="484188" y="104882"/>
                      <a:pt x="533400" y="104882"/>
                    </a:cubicBezTo>
                    <a:cubicBezTo>
                      <a:pt x="582612" y="104882"/>
                      <a:pt x="647700" y="8045"/>
                      <a:pt x="695325" y="9632"/>
                    </a:cubicBezTo>
                    <a:cubicBezTo>
                      <a:pt x="742950" y="11219"/>
                      <a:pt x="773113" y="112820"/>
                      <a:pt x="819150" y="114407"/>
                    </a:cubicBezTo>
                    <a:cubicBezTo>
                      <a:pt x="865187" y="115994"/>
                      <a:pt x="918368" y="67575"/>
                      <a:pt x="971550" y="19157"/>
                    </a:cubicBezTo>
                  </a:path>
                </a:pathLst>
              </a:custGeom>
              <a:noFill/>
              <a:ln w="28575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E8D0A655-D12D-EF44-F889-06DA66036665}"/>
                </a:ext>
              </a:extLst>
            </p:cNvPr>
            <p:cNvSpPr/>
            <p:nvPr/>
          </p:nvSpPr>
          <p:spPr>
            <a:xfrm>
              <a:off x="6455500" y="5869014"/>
              <a:ext cx="600687" cy="83038"/>
            </a:xfrm>
            <a:custGeom>
              <a:avLst/>
              <a:gdLst>
                <a:gd name="csX0" fmla="*/ 0 w 971550"/>
                <a:gd name="csY0" fmla="*/ 85832 h 114444"/>
                <a:gd name="csX1" fmla="*/ 114300 w 971550"/>
                <a:gd name="csY1" fmla="*/ 107 h 114444"/>
                <a:gd name="csX2" fmla="*/ 228600 w 971550"/>
                <a:gd name="csY2" fmla="*/ 66782 h 114444"/>
                <a:gd name="csX3" fmla="*/ 400050 w 971550"/>
                <a:gd name="csY3" fmla="*/ 9632 h 114444"/>
                <a:gd name="csX4" fmla="*/ 533400 w 971550"/>
                <a:gd name="csY4" fmla="*/ 104882 h 114444"/>
                <a:gd name="csX5" fmla="*/ 695325 w 971550"/>
                <a:gd name="csY5" fmla="*/ 9632 h 114444"/>
                <a:gd name="csX6" fmla="*/ 819150 w 971550"/>
                <a:gd name="csY6" fmla="*/ 114407 h 114444"/>
                <a:gd name="csX7" fmla="*/ 971550 w 971550"/>
                <a:gd name="csY7" fmla="*/ 19157 h 1144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971550" h="114444">
                  <a:moveTo>
                    <a:pt x="0" y="85832"/>
                  </a:moveTo>
                  <a:cubicBezTo>
                    <a:pt x="38100" y="44557"/>
                    <a:pt x="76200" y="3282"/>
                    <a:pt x="114300" y="107"/>
                  </a:cubicBezTo>
                  <a:cubicBezTo>
                    <a:pt x="152400" y="-3068"/>
                    <a:pt x="180975" y="65195"/>
                    <a:pt x="228600" y="66782"/>
                  </a:cubicBezTo>
                  <a:cubicBezTo>
                    <a:pt x="276225" y="68369"/>
                    <a:pt x="349250" y="3282"/>
                    <a:pt x="400050" y="9632"/>
                  </a:cubicBezTo>
                  <a:cubicBezTo>
                    <a:pt x="450850" y="15982"/>
                    <a:pt x="484188" y="104882"/>
                    <a:pt x="533400" y="104882"/>
                  </a:cubicBezTo>
                  <a:cubicBezTo>
                    <a:pt x="582612" y="104882"/>
                    <a:pt x="647700" y="8045"/>
                    <a:pt x="695325" y="9632"/>
                  </a:cubicBezTo>
                  <a:cubicBezTo>
                    <a:pt x="742950" y="11219"/>
                    <a:pt x="773113" y="112820"/>
                    <a:pt x="819150" y="114407"/>
                  </a:cubicBezTo>
                  <a:cubicBezTo>
                    <a:pt x="865187" y="115994"/>
                    <a:pt x="918368" y="67575"/>
                    <a:pt x="971550" y="19157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31" name="TextBox 330">
            <a:extLst>
              <a:ext uri="{FF2B5EF4-FFF2-40B4-BE49-F238E27FC236}">
                <a16:creationId xmlns:a16="http://schemas.microsoft.com/office/drawing/2014/main" id="{A82F115D-8E27-7171-9F31-041F89E1DAE7}"/>
              </a:ext>
            </a:extLst>
          </p:cNvPr>
          <p:cNvSpPr txBox="1"/>
          <p:nvPr/>
        </p:nvSpPr>
        <p:spPr>
          <a:xfrm>
            <a:off x="442041" y="2521597"/>
            <a:ext cx="98292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Ecological processes and working hypotheses</a:t>
            </a:r>
          </a:p>
        </p:txBody>
      </p:sp>
      <p:cxnSp>
        <p:nvCxnSpPr>
          <p:cNvPr id="332" name="Straight Arrow Connector 331">
            <a:extLst>
              <a:ext uri="{FF2B5EF4-FFF2-40B4-BE49-F238E27FC236}">
                <a16:creationId xmlns:a16="http://schemas.microsoft.com/office/drawing/2014/main" id="{2FD66CF6-713B-19A7-3601-1B2C7DCD12F2}"/>
              </a:ext>
            </a:extLst>
          </p:cNvPr>
          <p:cNvCxnSpPr>
            <a:cxnSpLocks/>
          </p:cNvCxnSpPr>
          <p:nvPr/>
        </p:nvCxnSpPr>
        <p:spPr>
          <a:xfrm>
            <a:off x="5238135" y="1748271"/>
            <a:ext cx="0" cy="853341"/>
          </a:xfrm>
          <a:prstGeom prst="straightConnector1">
            <a:avLst/>
          </a:prstGeom>
          <a:ln w="76200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33" name="Group 332">
            <a:extLst>
              <a:ext uri="{FF2B5EF4-FFF2-40B4-BE49-F238E27FC236}">
                <a16:creationId xmlns:a16="http://schemas.microsoft.com/office/drawing/2014/main" id="{8D7265BE-7F15-70F4-1623-F7E63F253F12}"/>
              </a:ext>
            </a:extLst>
          </p:cNvPr>
          <p:cNvGrpSpPr/>
          <p:nvPr/>
        </p:nvGrpSpPr>
        <p:grpSpPr>
          <a:xfrm>
            <a:off x="14547465" y="3907733"/>
            <a:ext cx="607343" cy="285576"/>
            <a:chOff x="6455500" y="5666476"/>
            <a:chExt cx="607343" cy="285576"/>
          </a:xfrm>
        </p:grpSpPr>
        <p:grpSp>
          <p:nvGrpSpPr>
            <p:cNvPr id="334" name="Group 333">
              <a:extLst>
                <a:ext uri="{FF2B5EF4-FFF2-40B4-BE49-F238E27FC236}">
                  <a16:creationId xmlns:a16="http://schemas.microsoft.com/office/drawing/2014/main" id="{8BC0FBA4-78FB-6DE7-E176-AAF5A41D032E}"/>
                </a:ext>
              </a:extLst>
            </p:cNvPr>
            <p:cNvGrpSpPr/>
            <p:nvPr/>
          </p:nvGrpSpPr>
          <p:grpSpPr>
            <a:xfrm>
              <a:off x="6455535" y="5666476"/>
              <a:ext cx="607308" cy="217181"/>
              <a:chOff x="6755245" y="1425549"/>
              <a:chExt cx="909708" cy="289991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336" name="Freeform: Shape 335">
                <a:extLst>
                  <a:ext uri="{FF2B5EF4-FFF2-40B4-BE49-F238E27FC236}">
                    <a16:creationId xmlns:a16="http://schemas.microsoft.com/office/drawing/2014/main" id="{FB7E0D03-7018-E198-37DC-272302EB1BB4}"/>
                  </a:ext>
                </a:extLst>
              </p:cNvPr>
              <p:cNvSpPr/>
              <p:nvPr/>
            </p:nvSpPr>
            <p:spPr>
              <a:xfrm>
                <a:off x="6765164" y="1425549"/>
                <a:ext cx="899789" cy="110876"/>
              </a:xfrm>
              <a:custGeom>
                <a:avLst/>
                <a:gdLst>
                  <a:gd name="csX0" fmla="*/ 0 w 971550"/>
                  <a:gd name="csY0" fmla="*/ 85832 h 114444"/>
                  <a:gd name="csX1" fmla="*/ 114300 w 971550"/>
                  <a:gd name="csY1" fmla="*/ 107 h 114444"/>
                  <a:gd name="csX2" fmla="*/ 228600 w 971550"/>
                  <a:gd name="csY2" fmla="*/ 66782 h 114444"/>
                  <a:gd name="csX3" fmla="*/ 400050 w 971550"/>
                  <a:gd name="csY3" fmla="*/ 9632 h 114444"/>
                  <a:gd name="csX4" fmla="*/ 533400 w 971550"/>
                  <a:gd name="csY4" fmla="*/ 104882 h 114444"/>
                  <a:gd name="csX5" fmla="*/ 695325 w 971550"/>
                  <a:gd name="csY5" fmla="*/ 9632 h 114444"/>
                  <a:gd name="csX6" fmla="*/ 819150 w 971550"/>
                  <a:gd name="csY6" fmla="*/ 114407 h 114444"/>
                  <a:gd name="csX7" fmla="*/ 971550 w 971550"/>
                  <a:gd name="csY7" fmla="*/ 19157 h 11444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971550" h="114444">
                    <a:moveTo>
                      <a:pt x="0" y="85832"/>
                    </a:moveTo>
                    <a:cubicBezTo>
                      <a:pt x="38100" y="44557"/>
                      <a:pt x="76200" y="3282"/>
                      <a:pt x="114300" y="107"/>
                    </a:cubicBezTo>
                    <a:cubicBezTo>
                      <a:pt x="152400" y="-3068"/>
                      <a:pt x="180975" y="65195"/>
                      <a:pt x="228600" y="66782"/>
                    </a:cubicBezTo>
                    <a:cubicBezTo>
                      <a:pt x="276225" y="68369"/>
                      <a:pt x="349250" y="3282"/>
                      <a:pt x="400050" y="9632"/>
                    </a:cubicBezTo>
                    <a:cubicBezTo>
                      <a:pt x="450850" y="15982"/>
                      <a:pt x="484188" y="104882"/>
                      <a:pt x="533400" y="104882"/>
                    </a:cubicBezTo>
                    <a:cubicBezTo>
                      <a:pt x="582612" y="104882"/>
                      <a:pt x="647700" y="8045"/>
                      <a:pt x="695325" y="9632"/>
                    </a:cubicBezTo>
                    <a:cubicBezTo>
                      <a:pt x="742950" y="11219"/>
                      <a:pt x="773113" y="112820"/>
                      <a:pt x="819150" y="114407"/>
                    </a:cubicBezTo>
                    <a:cubicBezTo>
                      <a:pt x="865187" y="115994"/>
                      <a:pt x="918368" y="67575"/>
                      <a:pt x="971550" y="19157"/>
                    </a:cubicBezTo>
                  </a:path>
                </a:pathLst>
              </a:custGeom>
              <a:noFill/>
              <a:ln w="28575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7" name="Freeform: Shape 336">
                <a:extLst>
                  <a:ext uri="{FF2B5EF4-FFF2-40B4-BE49-F238E27FC236}">
                    <a16:creationId xmlns:a16="http://schemas.microsoft.com/office/drawing/2014/main" id="{53E4540C-B1EF-788C-4BA3-C1E61BBC9E21}"/>
                  </a:ext>
                </a:extLst>
              </p:cNvPr>
              <p:cNvSpPr/>
              <p:nvPr/>
            </p:nvSpPr>
            <p:spPr>
              <a:xfrm>
                <a:off x="6755245" y="1527841"/>
                <a:ext cx="899789" cy="110877"/>
              </a:xfrm>
              <a:custGeom>
                <a:avLst/>
                <a:gdLst>
                  <a:gd name="csX0" fmla="*/ 0 w 971550"/>
                  <a:gd name="csY0" fmla="*/ 85832 h 114444"/>
                  <a:gd name="csX1" fmla="*/ 114300 w 971550"/>
                  <a:gd name="csY1" fmla="*/ 107 h 114444"/>
                  <a:gd name="csX2" fmla="*/ 228600 w 971550"/>
                  <a:gd name="csY2" fmla="*/ 66782 h 114444"/>
                  <a:gd name="csX3" fmla="*/ 400050 w 971550"/>
                  <a:gd name="csY3" fmla="*/ 9632 h 114444"/>
                  <a:gd name="csX4" fmla="*/ 533400 w 971550"/>
                  <a:gd name="csY4" fmla="*/ 104882 h 114444"/>
                  <a:gd name="csX5" fmla="*/ 695325 w 971550"/>
                  <a:gd name="csY5" fmla="*/ 9632 h 114444"/>
                  <a:gd name="csX6" fmla="*/ 819150 w 971550"/>
                  <a:gd name="csY6" fmla="*/ 114407 h 114444"/>
                  <a:gd name="csX7" fmla="*/ 971550 w 971550"/>
                  <a:gd name="csY7" fmla="*/ 19157 h 11444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971550" h="114444">
                    <a:moveTo>
                      <a:pt x="0" y="85832"/>
                    </a:moveTo>
                    <a:cubicBezTo>
                      <a:pt x="38100" y="44557"/>
                      <a:pt x="76200" y="3282"/>
                      <a:pt x="114300" y="107"/>
                    </a:cubicBezTo>
                    <a:cubicBezTo>
                      <a:pt x="152400" y="-3068"/>
                      <a:pt x="180975" y="65195"/>
                      <a:pt x="228600" y="66782"/>
                    </a:cubicBezTo>
                    <a:cubicBezTo>
                      <a:pt x="276225" y="68369"/>
                      <a:pt x="349250" y="3282"/>
                      <a:pt x="400050" y="9632"/>
                    </a:cubicBezTo>
                    <a:cubicBezTo>
                      <a:pt x="450850" y="15982"/>
                      <a:pt x="484188" y="104882"/>
                      <a:pt x="533400" y="104882"/>
                    </a:cubicBezTo>
                    <a:cubicBezTo>
                      <a:pt x="582612" y="104882"/>
                      <a:pt x="647700" y="8045"/>
                      <a:pt x="695325" y="9632"/>
                    </a:cubicBezTo>
                    <a:cubicBezTo>
                      <a:pt x="742950" y="11219"/>
                      <a:pt x="773113" y="112820"/>
                      <a:pt x="819150" y="114407"/>
                    </a:cubicBezTo>
                    <a:cubicBezTo>
                      <a:pt x="865187" y="115994"/>
                      <a:pt x="918368" y="67575"/>
                      <a:pt x="971550" y="19157"/>
                    </a:cubicBezTo>
                  </a:path>
                </a:pathLst>
              </a:custGeom>
              <a:noFill/>
              <a:ln w="28575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8" name="Freeform: Shape 337">
                <a:extLst>
                  <a:ext uri="{FF2B5EF4-FFF2-40B4-BE49-F238E27FC236}">
                    <a16:creationId xmlns:a16="http://schemas.microsoft.com/office/drawing/2014/main" id="{A8BB1A23-02AE-ED83-BFE2-0248724A1B7D}"/>
                  </a:ext>
                </a:extLst>
              </p:cNvPr>
              <p:cNvSpPr/>
              <p:nvPr/>
            </p:nvSpPr>
            <p:spPr>
              <a:xfrm>
                <a:off x="6758075" y="1604662"/>
                <a:ext cx="899789" cy="110878"/>
              </a:xfrm>
              <a:custGeom>
                <a:avLst/>
                <a:gdLst>
                  <a:gd name="csX0" fmla="*/ 0 w 971550"/>
                  <a:gd name="csY0" fmla="*/ 85832 h 114444"/>
                  <a:gd name="csX1" fmla="*/ 114300 w 971550"/>
                  <a:gd name="csY1" fmla="*/ 107 h 114444"/>
                  <a:gd name="csX2" fmla="*/ 228600 w 971550"/>
                  <a:gd name="csY2" fmla="*/ 66782 h 114444"/>
                  <a:gd name="csX3" fmla="*/ 400050 w 971550"/>
                  <a:gd name="csY3" fmla="*/ 9632 h 114444"/>
                  <a:gd name="csX4" fmla="*/ 533400 w 971550"/>
                  <a:gd name="csY4" fmla="*/ 104882 h 114444"/>
                  <a:gd name="csX5" fmla="*/ 695325 w 971550"/>
                  <a:gd name="csY5" fmla="*/ 9632 h 114444"/>
                  <a:gd name="csX6" fmla="*/ 819150 w 971550"/>
                  <a:gd name="csY6" fmla="*/ 114407 h 114444"/>
                  <a:gd name="csX7" fmla="*/ 971550 w 971550"/>
                  <a:gd name="csY7" fmla="*/ 19157 h 11444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971550" h="114444">
                    <a:moveTo>
                      <a:pt x="0" y="85832"/>
                    </a:moveTo>
                    <a:cubicBezTo>
                      <a:pt x="38100" y="44557"/>
                      <a:pt x="76200" y="3282"/>
                      <a:pt x="114300" y="107"/>
                    </a:cubicBezTo>
                    <a:cubicBezTo>
                      <a:pt x="152400" y="-3068"/>
                      <a:pt x="180975" y="65195"/>
                      <a:pt x="228600" y="66782"/>
                    </a:cubicBezTo>
                    <a:cubicBezTo>
                      <a:pt x="276225" y="68369"/>
                      <a:pt x="349250" y="3282"/>
                      <a:pt x="400050" y="9632"/>
                    </a:cubicBezTo>
                    <a:cubicBezTo>
                      <a:pt x="450850" y="15982"/>
                      <a:pt x="484188" y="104882"/>
                      <a:pt x="533400" y="104882"/>
                    </a:cubicBezTo>
                    <a:cubicBezTo>
                      <a:pt x="582612" y="104882"/>
                      <a:pt x="647700" y="8045"/>
                      <a:pt x="695325" y="9632"/>
                    </a:cubicBezTo>
                    <a:cubicBezTo>
                      <a:pt x="742950" y="11219"/>
                      <a:pt x="773113" y="112820"/>
                      <a:pt x="819150" y="114407"/>
                    </a:cubicBezTo>
                    <a:cubicBezTo>
                      <a:pt x="865187" y="115994"/>
                      <a:pt x="918368" y="67575"/>
                      <a:pt x="971550" y="19157"/>
                    </a:cubicBezTo>
                  </a:path>
                </a:pathLst>
              </a:custGeom>
              <a:noFill/>
              <a:ln w="28575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091C7D32-A65D-DFA6-42DF-64B78133A8FB}"/>
                </a:ext>
              </a:extLst>
            </p:cNvPr>
            <p:cNvSpPr/>
            <p:nvPr/>
          </p:nvSpPr>
          <p:spPr>
            <a:xfrm>
              <a:off x="6455500" y="5869014"/>
              <a:ext cx="600687" cy="83038"/>
            </a:xfrm>
            <a:custGeom>
              <a:avLst/>
              <a:gdLst>
                <a:gd name="csX0" fmla="*/ 0 w 971550"/>
                <a:gd name="csY0" fmla="*/ 85832 h 114444"/>
                <a:gd name="csX1" fmla="*/ 114300 w 971550"/>
                <a:gd name="csY1" fmla="*/ 107 h 114444"/>
                <a:gd name="csX2" fmla="*/ 228600 w 971550"/>
                <a:gd name="csY2" fmla="*/ 66782 h 114444"/>
                <a:gd name="csX3" fmla="*/ 400050 w 971550"/>
                <a:gd name="csY3" fmla="*/ 9632 h 114444"/>
                <a:gd name="csX4" fmla="*/ 533400 w 971550"/>
                <a:gd name="csY4" fmla="*/ 104882 h 114444"/>
                <a:gd name="csX5" fmla="*/ 695325 w 971550"/>
                <a:gd name="csY5" fmla="*/ 9632 h 114444"/>
                <a:gd name="csX6" fmla="*/ 819150 w 971550"/>
                <a:gd name="csY6" fmla="*/ 114407 h 114444"/>
                <a:gd name="csX7" fmla="*/ 971550 w 971550"/>
                <a:gd name="csY7" fmla="*/ 19157 h 1144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971550" h="114444">
                  <a:moveTo>
                    <a:pt x="0" y="85832"/>
                  </a:moveTo>
                  <a:cubicBezTo>
                    <a:pt x="38100" y="44557"/>
                    <a:pt x="76200" y="3282"/>
                    <a:pt x="114300" y="107"/>
                  </a:cubicBezTo>
                  <a:cubicBezTo>
                    <a:pt x="152400" y="-3068"/>
                    <a:pt x="180975" y="65195"/>
                    <a:pt x="228600" y="66782"/>
                  </a:cubicBezTo>
                  <a:cubicBezTo>
                    <a:pt x="276225" y="68369"/>
                    <a:pt x="349250" y="3282"/>
                    <a:pt x="400050" y="9632"/>
                  </a:cubicBezTo>
                  <a:cubicBezTo>
                    <a:pt x="450850" y="15982"/>
                    <a:pt x="484188" y="104882"/>
                    <a:pt x="533400" y="104882"/>
                  </a:cubicBezTo>
                  <a:cubicBezTo>
                    <a:pt x="582612" y="104882"/>
                    <a:pt x="647700" y="8045"/>
                    <a:pt x="695325" y="9632"/>
                  </a:cubicBezTo>
                  <a:cubicBezTo>
                    <a:pt x="742950" y="11219"/>
                    <a:pt x="773113" y="112820"/>
                    <a:pt x="819150" y="114407"/>
                  </a:cubicBezTo>
                  <a:cubicBezTo>
                    <a:pt x="865187" y="115994"/>
                    <a:pt x="918368" y="67575"/>
                    <a:pt x="971550" y="19157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60913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6BFAAD7-B0B5-9193-DB46-9EC362956299}"/>
              </a:ext>
            </a:extLst>
          </p:cNvPr>
          <p:cNvSpPr/>
          <p:nvPr/>
        </p:nvSpPr>
        <p:spPr>
          <a:xfrm>
            <a:off x="4759058" y="7019040"/>
            <a:ext cx="1603534" cy="11366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0260742-450F-7E31-0FD6-D92FFF718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0566" y="1774656"/>
            <a:ext cx="10515600" cy="1767417"/>
          </a:xfrm>
        </p:spPr>
        <p:txBody>
          <a:bodyPr/>
          <a:lstStyle/>
          <a:p>
            <a:r>
              <a:rPr lang="en-US" dirty="0"/>
              <a:t>Icons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D127CFB-2DBF-66EF-FA2F-BF2A297619FE}"/>
              </a:ext>
            </a:extLst>
          </p:cNvPr>
          <p:cNvGrpSpPr/>
          <p:nvPr/>
        </p:nvGrpSpPr>
        <p:grpSpPr>
          <a:xfrm>
            <a:off x="6833119" y="4361106"/>
            <a:ext cx="924263" cy="938619"/>
            <a:chOff x="3549103" y="941162"/>
            <a:chExt cx="924263" cy="93861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832230C7-D795-53D0-9CA2-9E86385A485E}"/>
                </a:ext>
              </a:extLst>
            </p:cNvPr>
            <p:cNvGrpSpPr/>
            <p:nvPr/>
          </p:nvGrpSpPr>
          <p:grpSpPr>
            <a:xfrm>
              <a:off x="3549103" y="1106665"/>
              <a:ext cx="924263" cy="645424"/>
              <a:chOff x="3542962" y="1137209"/>
              <a:chExt cx="924263" cy="645424"/>
            </a:xfrm>
          </p:grpSpPr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33468239-DB02-D654-3507-C1782C58CE9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542963" y="1190311"/>
                <a:ext cx="924262" cy="536179"/>
              </a:xfrm>
              <a:prstGeom prst="line">
                <a:avLst/>
              </a:prstGeom>
              <a:ln w="5715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63CC879B-1423-9447-1751-FBEC10A8714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42962" y="1294552"/>
                <a:ext cx="163419" cy="0"/>
              </a:xfrm>
              <a:prstGeom prst="line">
                <a:avLst/>
              </a:prstGeom>
              <a:ln w="381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F9020B3A-25C7-ADB5-ECA3-21D6DF6ECA9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648811" y="1137209"/>
                <a:ext cx="61481" cy="170602"/>
              </a:xfrm>
              <a:prstGeom prst="line">
                <a:avLst/>
              </a:prstGeom>
              <a:ln w="381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876125E3-3016-D10C-597D-1355CA403EF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320060" y="1619521"/>
                <a:ext cx="32820" cy="163112"/>
              </a:xfrm>
              <a:prstGeom prst="line">
                <a:avLst/>
              </a:prstGeom>
              <a:ln w="381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1150F0BE-5DE1-E1DF-98CB-9E7CB0377C1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328339" y="1602581"/>
                <a:ext cx="138886" cy="34799"/>
              </a:xfrm>
              <a:prstGeom prst="line">
                <a:avLst/>
              </a:prstGeom>
              <a:ln w="381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6BDF3A95-C7F8-FD1C-D687-40974FBFA6D0}"/>
                </a:ext>
              </a:extLst>
            </p:cNvPr>
            <p:cNvGrpSpPr/>
            <p:nvPr/>
          </p:nvGrpSpPr>
          <p:grpSpPr>
            <a:xfrm rot="7200000">
              <a:off x="3586120" y="1094938"/>
              <a:ext cx="924263" cy="645424"/>
              <a:chOff x="3542962" y="1137209"/>
              <a:chExt cx="924263" cy="645424"/>
            </a:xfrm>
          </p:grpSpPr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86FCBC09-AF29-8A4E-A27A-75DBD69C24A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542963" y="1190311"/>
                <a:ext cx="924262" cy="536179"/>
              </a:xfrm>
              <a:prstGeom prst="line">
                <a:avLst/>
              </a:prstGeom>
              <a:ln w="5715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E3A53C76-B4B5-0EA5-F1B2-62E295AE1E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42962" y="1294552"/>
                <a:ext cx="163419" cy="0"/>
              </a:xfrm>
              <a:prstGeom prst="line">
                <a:avLst/>
              </a:prstGeom>
              <a:ln w="381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C702374E-D7CA-4B83-16E0-E2AE3B3657F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648811" y="1137209"/>
                <a:ext cx="61481" cy="170602"/>
              </a:xfrm>
              <a:prstGeom prst="line">
                <a:avLst/>
              </a:prstGeom>
              <a:ln w="381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7F535898-F012-A79B-8907-E01AF7A1EE5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320060" y="1619521"/>
                <a:ext cx="32820" cy="163112"/>
              </a:xfrm>
              <a:prstGeom prst="line">
                <a:avLst/>
              </a:prstGeom>
              <a:ln w="381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1C56EF95-1C51-9ECF-DB9D-6DF9612549D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328339" y="1602581"/>
                <a:ext cx="138886" cy="34799"/>
              </a:xfrm>
              <a:prstGeom prst="line">
                <a:avLst/>
              </a:prstGeom>
              <a:ln w="381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F1663862-8E4A-221A-DD6B-129BD763DAD1}"/>
                </a:ext>
              </a:extLst>
            </p:cNvPr>
            <p:cNvGrpSpPr/>
            <p:nvPr/>
          </p:nvGrpSpPr>
          <p:grpSpPr>
            <a:xfrm rot="14400000">
              <a:off x="3564996" y="1080582"/>
              <a:ext cx="924263" cy="645424"/>
              <a:chOff x="3542962" y="1137209"/>
              <a:chExt cx="924263" cy="645424"/>
            </a:xfrm>
          </p:grpSpPr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B1E10D6B-1939-B527-3213-81FCFC25D48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542963" y="1190311"/>
                <a:ext cx="924262" cy="536179"/>
              </a:xfrm>
              <a:prstGeom prst="line">
                <a:avLst/>
              </a:prstGeom>
              <a:ln w="5715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6BC70EE2-3A5C-746C-6C75-7D1C4B6E2B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42962" y="1294552"/>
                <a:ext cx="163419" cy="0"/>
              </a:xfrm>
              <a:prstGeom prst="line">
                <a:avLst/>
              </a:prstGeom>
              <a:ln w="381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73E86154-5A6E-B15C-CF22-5FCE8E12C45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648811" y="1137209"/>
                <a:ext cx="61481" cy="170602"/>
              </a:xfrm>
              <a:prstGeom prst="line">
                <a:avLst/>
              </a:prstGeom>
              <a:ln w="381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A0FF128A-90DA-FDD8-7227-B882D914B8B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320060" y="1619521"/>
                <a:ext cx="32820" cy="163112"/>
              </a:xfrm>
              <a:prstGeom prst="line">
                <a:avLst/>
              </a:prstGeom>
              <a:ln w="381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0DB403FE-9E7A-4EA4-BB55-1B81AAC4441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328339" y="1602581"/>
                <a:ext cx="138886" cy="34799"/>
              </a:xfrm>
              <a:prstGeom prst="line">
                <a:avLst/>
              </a:prstGeom>
              <a:ln w="381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FC1ACA7-10F3-F7B9-039F-34BE360B7213}"/>
              </a:ext>
            </a:extLst>
          </p:cNvPr>
          <p:cNvGrpSpPr/>
          <p:nvPr/>
        </p:nvGrpSpPr>
        <p:grpSpPr>
          <a:xfrm>
            <a:off x="12734886" y="4423701"/>
            <a:ext cx="590237" cy="859973"/>
            <a:chOff x="9802396" y="1241642"/>
            <a:chExt cx="590237" cy="85997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0F705765-EED9-EF67-904B-620993C8DE10}"/>
                </a:ext>
              </a:extLst>
            </p:cNvPr>
            <p:cNvGrpSpPr/>
            <p:nvPr/>
          </p:nvGrpSpPr>
          <p:grpSpPr>
            <a:xfrm>
              <a:off x="9802396" y="1241642"/>
              <a:ext cx="545924" cy="859973"/>
              <a:chOff x="10625915" y="816501"/>
              <a:chExt cx="680922" cy="1056699"/>
            </a:xfrm>
          </p:grpSpPr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9D94302A-F4C9-9E8E-DE5D-6E5129C7D913}"/>
                  </a:ext>
                </a:extLst>
              </p:cNvPr>
              <p:cNvSpPr/>
              <p:nvPr/>
            </p:nvSpPr>
            <p:spPr>
              <a:xfrm>
                <a:off x="10625915" y="822851"/>
                <a:ext cx="365935" cy="1050349"/>
              </a:xfrm>
              <a:custGeom>
                <a:avLst/>
                <a:gdLst>
                  <a:gd name="csX0" fmla="*/ 350872 w 365935"/>
                  <a:gd name="csY0" fmla="*/ 0 h 1050349"/>
                  <a:gd name="csX1" fmla="*/ 259609 w 365935"/>
                  <a:gd name="csY1" fmla="*/ 187104 h 1050349"/>
                  <a:gd name="csX2" fmla="*/ 110754 w 365935"/>
                  <a:gd name="csY2" fmla="*/ 389122 h 1050349"/>
                  <a:gd name="csX3" fmla="*/ 15061 w 365935"/>
                  <a:gd name="csY3" fmla="*/ 580508 h 1050349"/>
                  <a:gd name="csX4" fmla="*/ 4428 w 365935"/>
                  <a:gd name="csY4" fmla="*/ 771894 h 1050349"/>
                  <a:gd name="csX5" fmla="*/ 57591 w 365935"/>
                  <a:gd name="csY5" fmla="*/ 931383 h 1050349"/>
                  <a:gd name="csX6" fmla="*/ 217079 w 365935"/>
                  <a:gd name="csY6" fmla="*/ 1037708 h 1050349"/>
                  <a:gd name="csX7" fmla="*/ 365935 w 365935"/>
                  <a:gd name="csY7" fmla="*/ 1048341 h 1050349"/>
                  <a:gd name="csX8" fmla="*/ 365935 w 365935"/>
                  <a:gd name="csY8" fmla="*/ 1048341 h 105034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365935" h="1050349">
                    <a:moveTo>
                      <a:pt x="350872" y="0"/>
                    </a:moveTo>
                    <a:cubicBezTo>
                      <a:pt x="341125" y="58479"/>
                      <a:pt x="299629" y="122250"/>
                      <a:pt x="259609" y="187104"/>
                    </a:cubicBezTo>
                    <a:cubicBezTo>
                      <a:pt x="219589" y="251958"/>
                      <a:pt x="151512" y="323555"/>
                      <a:pt x="110754" y="389122"/>
                    </a:cubicBezTo>
                    <a:cubicBezTo>
                      <a:pt x="69996" y="454689"/>
                      <a:pt x="32782" y="516713"/>
                      <a:pt x="15061" y="580508"/>
                    </a:cubicBezTo>
                    <a:cubicBezTo>
                      <a:pt x="-2660" y="644303"/>
                      <a:pt x="-2660" y="713415"/>
                      <a:pt x="4428" y="771894"/>
                    </a:cubicBezTo>
                    <a:cubicBezTo>
                      <a:pt x="11516" y="830373"/>
                      <a:pt x="22149" y="887081"/>
                      <a:pt x="57591" y="931383"/>
                    </a:cubicBezTo>
                    <a:cubicBezTo>
                      <a:pt x="93033" y="975685"/>
                      <a:pt x="165688" y="1018215"/>
                      <a:pt x="217079" y="1037708"/>
                    </a:cubicBezTo>
                    <a:cubicBezTo>
                      <a:pt x="268470" y="1057201"/>
                      <a:pt x="365935" y="1048341"/>
                      <a:pt x="365935" y="1048341"/>
                    </a:cubicBezTo>
                    <a:lnTo>
                      <a:pt x="365935" y="1048341"/>
                    </a:lnTo>
                  </a:path>
                </a:pathLst>
              </a:custGeom>
              <a:solidFill>
                <a:srgbClr val="00B0F0"/>
              </a:solidFill>
              <a:ln w="381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CF9D9CC0-6921-9C5C-E473-0AB04603752D}"/>
                  </a:ext>
                </a:extLst>
              </p:cNvPr>
              <p:cNvSpPr/>
              <p:nvPr/>
            </p:nvSpPr>
            <p:spPr>
              <a:xfrm flipH="1">
                <a:off x="10940902" y="816501"/>
                <a:ext cx="365935" cy="1056699"/>
              </a:xfrm>
              <a:custGeom>
                <a:avLst/>
                <a:gdLst>
                  <a:gd name="csX0" fmla="*/ 338172 w 365935"/>
                  <a:gd name="csY0" fmla="*/ 0 h 1056699"/>
                  <a:gd name="csX1" fmla="*/ 259609 w 365935"/>
                  <a:gd name="csY1" fmla="*/ 193454 h 1056699"/>
                  <a:gd name="csX2" fmla="*/ 110754 w 365935"/>
                  <a:gd name="csY2" fmla="*/ 395472 h 1056699"/>
                  <a:gd name="csX3" fmla="*/ 15061 w 365935"/>
                  <a:gd name="csY3" fmla="*/ 586858 h 1056699"/>
                  <a:gd name="csX4" fmla="*/ 4428 w 365935"/>
                  <a:gd name="csY4" fmla="*/ 778244 h 1056699"/>
                  <a:gd name="csX5" fmla="*/ 57591 w 365935"/>
                  <a:gd name="csY5" fmla="*/ 937733 h 1056699"/>
                  <a:gd name="csX6" fmla="*/ 217079 w 365935"/>
                  <a:gd name="csY6" fmla="*/ 1044058 h 1056699"/>
                  <a:gd name="csX7" fmla="*/ 365935 w 365935"/>
                  <a:gd name="csY7" fmla="*/ 1054691 h 1056699"/>
                  <a:gd name="csX8" fmla="*/ 365935 w 365935"/>
                  <a:gd name="csY8" fmla="*/ 1054691 h 10566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365935" h="1056699">
                    <a:moveTo>
                      <a:pt x="338172" y="0"/>
                    </a:moveTo>
                    <a:cubicBezTo>
                      <a:pt x="328425" y="58479"/>
                      <a:pt x="297512" y="127542"/>
                      <a:pt x="259609" y="193454"/>
                    </a:cubicBezTo>
                    <a:cubicBezTo>
                      <a:pt x="221706" y="259366"/>
                      <a:pt x="151512" y="329905"/>
                      <a:pt x="110754" y="395472"/>
                    </a:cubicBezTo>
                    <a:cubicBezTo>
                      <a:pt x="69996" y="461039"/>
                      <a:pt x="32782" y="523063"/>
                      <a:pt x="15061" y="586858"/>
                    </a:cubicBezTo>
                    <a:cubicBezTo>
                      <a:pt x="-2660" y="650653"/>
                      <a:pt x="-2660" y="719765"/>
                      <a:pt x="4428" y="778244"/>
                    </a:cubicBezTo>
                    <a:cubicBezTo>
                      <a:pt x="11516" y="836723"/>
                      <a:pt x="22149" y="893431"/>
                      <a:pt x="57591" y="937733"/>
                    </a:cubicBezTo>
                    <a:cubicBezTo>
                      <a:pt x="93033" y="982035"/>
                      <a:pt x="165688" y="1024565"/>
                      <a:pt x="217079" y="1044058"/>
                    </a:cubicBezTo>
                    <a:cubicBezTo>
                      <a:pt x="268470" y="1063551"/>
                      <a:pt x="365935" y="1054691"/>
                      <a:pt x="365935" y="1054691"/>
                    </a:cubicBezTo>
                    <a:lnTo>
                      <a:pt x="365935" y="1054691"/>
                    </a:lnTo>
                  </a:path>
                </a:pathLst>
              </a:custGeom>
              <a:solidFill>
                <a:srgbClr val="00B0F0"/>
              </a:solidFill>
              <a:ln w="381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7" name="Arc 26">
              <a:extLst>
                <a:ext uri="{FF2B5EF4-FFF2-40B4-BE49-F238E27FC236}">
                  <a16:creationId xmlns:a16="http://schemas.microsoft.com/office/drawing/2014/main" id="{6CB3D336-46F6-2F8C-49C7-9844538EE590}"/>
                </a:ext>
              </a:extLst>
            </p:cNvPr>
            <p:cNvSpPr/>
            <p:nvPr/>
          </p:nvSpPr>
          <p:spPr>
            <a:xfrm rot="10502785">
              <a:off x="9904697" y="1690156"/>
              <a:ext cx="487936" cy="360710"/>
            </a:xfrm>
            <a:prstGeom prst="arc">
              <a:avLst>
                <a:gd name="adj1" fmla="val 17712645"/>
                <a:gd name="adj2" fmla="val 0"/>
              </a:avLst>
            </a:prstGeom>
            <a:noFill/>
            <a:ln w="3810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366CE69-0ECE-47C6-81E4-A91B25A9FF80}"/>
              </a:ext>
            </a:extLst>
          </p:cNvPr>
          <p:cNvGrpSpPr/>
          <p:nvPr/>
        </p:nvGrpSpPr>
        <p:grpSpPr>
          <a:xfrm>
            <a:off x="8541257" y="4419047"/>
            <a:ext cx="866716" cy="783204"/>
            <a:chOff x="5579194" y="1092984"/>
            <a:chExt cx="866716" cy="78320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CD27C0F3-34E2-F1A2-1240-7CB668D96EEE}"/>
                </a:ext>
              </a:extLst>
            </p:cNvPr>
            <p:cNvSpPr/>
            <p:nvPr/>
          </p:nvSpPr>
          <p:spPr>
            <a:xfrm>
              <a:off x="5704704" y="1695946"/>
              <a:ext cx="63517" cy="177254"/>
            </a:xfrm>
            <a:prstGeom prst="rect">
              <a:avLst/>
            </a:prstGeom>
            <a:solidFill>
              <a:srgbClr val="5D513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7671526F-5F0B-1B3A-60BE-93F5D767B877}"/>
                </a:ext>
              </a:extLst>
            </p:cNvPr>
            <p:cNvSpPr/>
            <p:nvPr/>
          </p:nvSpPr>
          <p:spPr>
            <a:xfrm>
              <a:off x="6114522" y="1593119"/>
              <a:ext cx="91793" cy="283069"/>
            </a:xfrm>
            <a:prstGeom prst="rect">
              <a:avLst/>
            </a:prstGeom>
            <a:solidFill>
              <a:srgbClr val="5D513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F079A83C-53B9-8825-C06F-62842E3F3E8A}"/>
                </a:ext>
              </a:extLst>
            </p:cNvPr>
            <p:cNvSpPr/>
            <p:nvPr/>
          </p:nvSpPr>
          <p:spPr>
            <a:xfrm>
              <a:off x="5874928" y="1218530"/>
              <a:ext cx="570982" cy="454326"/>
            </a:xfrm>
            <a:custGeom>
              <a:avLst/>
              <a:gdLst>
                <a:gd name="csX0" fmla="*/ 323282 w 570982"/>
                <a:gd name="csY0" fmla="*/ 508042 h 517291"/>
                <a:gd name="csX1" fmla="*/ 421803 w 570982"/>
                <a:gd name="csY1" fmla="*/ 514200 h 517291"/>
                <a:gd name="csX2" fmla="*/ 501852 w 570982"/>
                <a:gd name="csY2" fmla="*/ 471097 h 517291"/>
                <a:gd name="csX3" fmla="*/ 514167 w 570982"/>
                <a:gd name="csY3" fmla="*/ 421836 h 517291"/>
                <a:gd name="csX4" fmla="*/ 486458 w 570982"/>
                <a:gd name="csY4" fmla="*/ 357181 h 517291"/>
                <a:gd name="csX5" fmla="*/ 538797 w 570982"/>
                <a:gd name="csY5" fmla="*/ 314078 h 517291"/>
                <a:gd name="csX6" fmla="*/ 566506 w 570982"/>
                <a:gd name="csY6" fmla="*/ 267897 h 517291"/>
                <a:gd name="csX7" fmla="*/ 566506 w 570982"/>
                <a:gd name="csY7" fmla="*/ 215557 h 517291"/>
                <a:gd name="csX8" fmla="*/ 523403 w 570982"/>
                <a:gd name="csY8" fmla="*/ 169375 h 517291"/>
                <a:gd name="csX9" fmla="*/ 474143 w 570982"/>
                <a:gd name="csY9" fmla="*/ 135509 h 517291"/>
                <a:gd name="csX10" fmla="*/ 467985 w 570982"/>
                <a:gd name="csY10" fmla="*/ 89327 h 517291"/>
                <a:gd name="csX11" fmla="*/ 424882 w 570982"/>
                <a:gd name="csY11" fmla="*/ 52381 h 517291"/>
                <a:gd name="csX12" fmla="*/ 354070 w 570982"/>
                <a:gd name="csY12" fmla="*/ 12357 h 517291"/>
                <a:gd name="csX13" fmla="*/ 307888 w 570982"/>
                <a:gd name="csY13" fmla="*/ 42 h 517291"/>
                <a:gd name="csX14" fmla="*/ 277100 w 570982"/>
                <a:gd name="csY14" fmla="*/ 15436 h 517291"/>
                <a:gd name="csX15" fmla="*/ 249391 w 570982"/>
                <a:gd name="csY15" fmla="*/ 33909 h 517291"/>
                <a:gd name="csX16" fmla="*/ 163185 w 570982"/>
                <a:gd name="csY16" fmla="*/ 24672 h 517291"/>
                <a:gd name="csX17" fmla="*/ 120082 w 570982"/>
                <a:gd name="csY17" fmla="*/ 9278 h 517291"/>
                <a:gd name="csX18" fmla="*/ 83137 w 570982"/>
                <a:gd name="csY18" fmla="*/ 12357 h 517291"/>
                <a:gd name="csX19" fmla="*/ 49270 w 570982"/>
                <a:gd name="csY19" fmla="*/ 55460 h 517291"/>
                <a:gd name="csX20" fmla="*/ 15403 w 570982"/>
                <a:gd name="csY20" fmla="*/ 101642 h 517291"/>
                <a:gd name="csX21" fmla="*/ 24640 w 570982"/>
                <a:gd name="csY21" fmla="*/ 147824 h 517291"/>
                <a:gd name="csX22" fmla="*/ 52349 w 570982"/>
                <a:gd name="csY22" fmla="*/ 209400 h 517291"/>
                <a:gd name="csX23" fmla="*/ 27718 w 570982"/>
                <a:gd name="csY23" fmla="*/ 258660 h 517291"/>
                <a:gd name="csX24" fmla="*/ 9 w 570982"/>
                <a:gd name="csY24" fmla="*/ 295606 h 517291"/>
                <a:gd name="csX25" fmla="*/ 30797 w 570982"/>
                <a:gd name="csY25" fmla="*/ 369497 h 517291"/>
                <a:gd name="csX26" fmla="*/ 110846 w 570982"/>
                <a:gd name="csY26" fmla="*/ 375654 h 517291"/>
                <a:gd name="csX27" fmla="*/ 101609 w 570982"/>
                <a:gd name="csY27" fmla="*/ 434151 h 517291"/>
                <a:gd name="csX28" fmla="*/ 86215 w 570982"/>
                <a:gd name="csY28" fmla="*/ 489569 h 517291"/>
                <a:gd name="csX29" fmla="*/ 169343 w 570982"/>
                <a:gd name="csY29" fmla="*/ 517278 h 517291"/>
                <a:gd name="csX30" fmla="*/ 237076 w 570982"/>
                <a:gd name="csY30" fmla="*/ 486491 h 517291"/>
                <a:gd name="csX31" fmla="*/ 323282 w 570982"/>
                <a:gd name="csY31" fmla="*/ 508042 h 5172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570982" h="517291">
                  <a:moveTo>
                    <a:pt x="323282" y="508042"/>
                  </a:moveTo>
                  <a:cubicBezTo>
                    <a:pt x="354070" y="512660"/>
                    <a:pt x="392041" y="520358"/>
                    <a:pt x="421803" y="514200"/>
                  </a:cubicBezTo>
                  <a:cubicBezTo>
                    <a:pt x="451565" y="508042"/>
                    <a:pt x="486458" y="486491"/>
                    <a:pt x="501852" y="471097"/>
                  </a:cubicBezTo>
                  <a:cubicBezTo>
                    <a:pt x="517246" y="455703"/>
                    <a:pt x="516733" y="440822"/>
                    <a:pt x="514167" y="421836"/>
                  </a:cubicBezTo>
                  <a:cubicBezTo>
                    <a:pt x="511601" y="402850"/>
                    <a:pt x="482353" y="375141"/>
                    <a:pt x="486458" y="357181"/>
                  </a:cubicBezTo>
                  <a:cubicBezTo>
                    <a:pt x="490563" y="339221"/>
                    <a:pt x="525456" y="328959"/>
                    <a:pt x="538797" y="314078"/>
                  </a:cubicBezTo>
                  <a:cubicBezTo>
                    <a:pt x="552138" y="299197"/>
                    <a:pt x="561888" y="284317"/>
                    <a:pt x="566506" y="267897"/>
                  </a:cubicBezTo>
                  <a:cubicBezTo>
                    <a:pt x="571124" y="251477"/>
                    <a:pt x="573690" y="231977"/>
                    <a:pt x="566506" y="215557"/>
                  </a:cubicBezTo>
                  <a:cubicBezTo>
                    <a:pt x="559322" y="199137"/>
                    <a:pt x="538797" y="182716"/>
                    <a:pt x="523403" y="169375"/>
                  </a:cubicBezTo>
                  <a:cubicBezTo>
                    <a:pt x="508009" y="156034"/>
                    <a:pt x="483379" y="148850"/>
                    <a:pt x="474143" y="135509"/>
                  </a:cubicBezTo>
                  <a:cubicBezTo>
                    <a:pt x="464907" y="122168"/>
                    <a:pt x="476195" y="103182"/>
                    <a:pt x="467985" y="89327"/>
                  </a:cubicBezTo>
                  <a:cubicBezTo>
                    <a:pt x="459775" y="75472"/>
                    <a:pt x="443868" y="65209"/>
                    <a:pt x="424882" y="52381"/>
                  </a:cubicBezTo>
                  <a:cubicBezTo>
                    <a:pt x="405896" y="39553"/>
                    <a:pt x="373569" y="21080"/>
                    <a:pt x="354070" y="12357"/>
                  </a:cubicBezTo>
                  <a:cubicBezTo>
                    <a:pt x="334571" y="3634"/>
                    <a:pt x="320716" y="-471"/>
                    <a:pt x="307888" y="42"/>
                  </a:cubicBezTo>
                  <a:cubicBezTo>
                    <a:pt x="295060" y="555"/>
                    <a:pt x="286849" y="9792"/>
                    <a:pt x="277100" y="15436"/>
                  </a:cubicBezTo>
                  <a:cubicBezTo>
                    <a:pt x="267351" y="21080"/>
                    <a:pt x="268377" y="32370"/>
                    <a:pt x="249391" y="33909"/>
                  </a:cubicBezTo>
                  <a:cubicBezTo>
                    <a:pt x="230405" y="35448"/>
                    <a:pt x="184736" y="28777"/>
                    <a:pt x="163185" y="24672"/>
                  </a:cubicBezTo>
                  <a:cubicBezTo>
                    <a:pt x="141633" y="20567"/>
                    <a:pt x="133423" y="11330"/>
                    <a:pt x="120082" y="9278"/>
                  </a:cubicBezTo>
                  <a:cubicBezTo>
                    <a:pt x="106741" y="7226"/>
                    <a:pt x="94939" y="4660"/>
                    <a:pt x="83137" y="12357"/>
                  </a:cubicBezTo>
                  <a:cubicBezTo>
                    <a:pt x="71335" y="20054"/>
                    <a:pt x="60559" y="40579"/>
                    <a:pt x="49270" y="55460"/>
                  </a:cubicBezTo>
                  <a:cubicBezTo>
                    <a:pt x="37981" y="70341"/>
                    <a:pt x="19508" y="86248"/>
                    <a:pt x="15403" y="101642"/>
                  </a:cubicBezTo>
                  <a:cubicBezTo>
                    <a:pt x="11298" y="117036"/>
                    <a:pt x="18482" y="129864"/>
                    <a:pt x="24640" y="147824"/>
                  </a:cubicBezTo>
                  <a:cubicBezTo>
                    <a:pt x="30798" y="165784"/>
                    <a:pt x="51836" y="190927"/>
                    <a:pt x="52349" y="209400"/>
                  </a:cubicBezTo>
                  <a:cubicBezTo>
                    <a:pt x="52862" y="227873"/>
                    <a:pt x="36441" y="244292"/>
                    <a:pt x="27718" y="258660"/>
                  </a:cubicBezTo>
                  <a:cubicBezTo>
                    <a:pt x="18995" y="273028"/>
                    <a:pt x="-504" y="277133"/>
                    <a:pt x="9" y="295606"/>
                  </a:cubicBezTo>
                  <a:cubicBezTo>
                    <a:pt x="522" y="314079"/>
                    <a:pt x="12324" y="356156"/>
                    <a:pt x="30797" y="369497"/>
                  </a:cubicBezTo>
                  <a:cubicBezTo>
                    <a:pt x="49270" y="382838"/>
                    <a:pt x="99044" y="364878"/>
                    <a:pt x="110846" y="375654"/>
                  </a:cubicBezTo>
                  <a:cubicBezTo>
                    <a:pt x="122648" y="386430"/>
                    <a:pt x="105714" y="415165"/>
                    <a:pt x="101609" y="434151"/>
                  </a:cubicBezTo>
                  <a:cubicBezTo>
                    <a:pt x="97504" y="453137"/>
                    <a:pt x="74926" y="475715"/>
                    <a:pt x="86215" y="489569"/>
                  </a:cubicBezTo>
                  <a:cubicBezTo>
                    <a:pt x="97504" y="503423"/>
                    <a:pt x="144200" y="517791"/>
                    <a:pt x="169343" y="517278"/>
                  </a:cubicBezTo>
                  <a:cubicBezTo>
                    <a:pt x="194486" y="516765"/>
                    <a:pt x="218603" y="490083"/>
                    <a:pt x="237076" y="486491"/>
                  </a:cubicBezTo>
                  <a:cubicBezTo>
                    <a:pt x="255549" y="482899"/>
                    <a:pt x="292494" y="503424"/>
                    <a:pt x="323282" y="508042"/>
                  </a:cubicBezTo>
                  <a:close/>
                </a:path>
              </a:pathLst>
            </a:custGeom>
            <a:solidFill>
              <a:srgbClr val="46962A"/>
            </a:solidFill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Isosceles Triangle 33">
              <a:extLst>
                <a:ext uri="{FF2B5EF4-FFF2-40B4-BE49-F238E27FC236}">
                  <a16:creationId xmlns:a16="http://schemas.microsoft.com/office/drawing/2014/main" id="{8AD3594E-7401-86DA-D31D-F0B6E812D3F8}"/>
                </a:ext>
              </a:extLst>
            </p:cNvPr>
            <p:cNvSpPr/>
            <p:nvPr/>
          </p:nvSpPr>
          <p:spPr>
            <a:xfrm>
              <a:off x="5579194" y="1337514"/>
              <a:ext cx="342812" cy="358432"/>
            </a:xfrm>
            <a:prstGeom prst="triangle">
              <a:avLst/>
            </a:prstGeom>
            <a:solidFill>
              <a:srgbClr val="3B7D23"/>
            </a:solidFill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Isosceles Triangle 34">
              <a:extLst>
                <a:ext uri="{FF2B5EF4-FFF2-40B4-BE49-F238E27FC236}">
                  <a16:creationId xmlns:a16="http://schemas.microsoft.com/office/drawing/2014/main" id="{BAC05D8F-776D-0155-D2C0-BC57C8ECA237}"/>
                </a:ext>
              </a:extLst>
            </p:cNvPr>
            <p:cNvSpPr/>
            <p:nvPr/>
          </p:nvSpPr>
          <p:spPr>
            <a:xfrm>
              <a:off x="5579194" y="1117336"/>
              <a:ext cx="342812" cy="358432"/>
            </a:xfrm>
            <a:prstGeom prst="triangle">
              <a:avLst/>
            </a:prstGeom>
            <a:solidFill>
              <a:srgbClr val="3B7D23"/>
            </a:solidFill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Arc 35">
              <a:extLst>
                <a:ext uri="{FF2B5EF4-FFF2-40B4-BE49-F238E27FC236}">
                  <a16:creationId xmlns:a16="http://schemas.microsoft.com/office/drawing/2014/main" id="{A18DC548-5F27-843D-7C1B-C97667DEF2E5}"/>
                </a:ext>
              </a:extLst>
            </p:cNvPr>
            <p:cNvSpPr/>
            <p:nvPr/>
          </p:nvSpPr>
          <p:spPr>
            <a:xfrm rot="6979903">
              <a:off x="6066029" y="1310896"/>
              <a:ext cx="217029" cy="314740"/>
            </a:xfrm>
            <a:prstGeom prst="arc">
              <a:avLst/>
            </a:prstGeom>
            <a:ln>
              <a:solidFill>
                <a:srgbClr val="13511C"/>
              </a:solidFill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Arc 36">
              <a:extLst>
                <a:ext uri="{FF2B5EF4-FFF2-40B4-BE49-F238E27FC236}">
                  <a16:creationId xmlns:a16="http://schemas.microsoft.com/office/drawing/2014/main" id="{112E17E3-6707-590F-563D-EDF611EC5EA2}"/>
                </a:ext>
              </a:extLst>
            </p:cNvPr>
            <p:cNvSpPr/>
            <p:nvPr/>
          </p:nvSpPr>
          <p:spPr>
            <a:xfrm rot="8933903">
              <a:off x="5940620" y="1208348"/>
              <a:ext cx="217029" cy="314740"/>
            </a:xfrm>
            <a:prstGeom prst="arc">
              <a:avLst/>
            </a:prstGeom>
            <a:ln>
              <a:solidFill>
                <a:srgbClr val="13511C"/>
              </a:solidFill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Arc 37">
              <a:extLst>
                <a:ext uri="{FF2B5EF4-FFF2-40B4-BE49-F238E27FC236}">
                  <a16:creationId xmlns:a16="http://schemas.microsoft.com/office/drawing/2014/main" id="{0B08AEF9-5133-554F-CBE8-6B8A6933AD3D}"/>
                </a:ext>
              </a:extLst>
            </p:cNvPr>
            <p:cNvSpPr/>
            <p:nvPr/>
          </p:nvSpPr>
          <p:spPr>
            <a:xfrm rot="6381029">
              <a:off x="6107649" y="1161936"/>
              <a:ext cx="217029" cy="314740"/>
            </a:xfrm>
            <a:prstGeom prst="arc">
              <a:avLst/>
            </a:prstGeom>
            <a:ln>
              <a:solidFill>
                <a:srgbClr val="13511C"/>
              </a:solidFill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Arc 38">
              <a:extLst>
                <a:ext uri="{FF2B5EF4-FFF2-40B4-BE49-F238E27FC236}">
                  <a16:creationId xmlns:a16="http://schemas.microsoft.com/office/drawing/2014/main" id="{E0CB9744-25DE-55ED-859B-07DA8D8FEE3A}"/>
                </a:ext>
              </a:extLst>
            </p:cNvPr>
            <p:cNvSpPr/>
            <p:nvPr/>
          </p:nvSpPr>
          <p:spPr>
            <a:xfrm rot="7281230">
              <a:off x="5944303" y="1044129"/>
              <a:ext cx="217029" cy="314740"/>
            </a:xfrm>
            <a:prstGeom prst="arc">
              <a:avLst/>
            </a:prstGeom>
            <a:ln>
              <a:solidFill>
                <a:srgbClr val="13511C"/>
              </a:solidFill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DB6DD47-4466-AB4E-2445-BBC99425D38E}"/>
              </a:ext>
            </a:extLst>
          </p:cNvPr>
          <p:cNvGrpSpPr/>
          <p:nvPr/>
        </p:nvGrpSpPr>
        <p:grpSpPr>
          <a:xfrm>
            <a:off x="5402971" y="4521867"/>
            <a:ext cx="735013" cy="742726"/>
            <a:chOff x="1249601" y="1025135"/>
            <a:chExt cx="735013" cy="74272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6FA48715-0DD8-701C-AC22-CABA12919691}"/>
                </a:ext>
              </a:extLst>
            </p:cNvPr>
            <p:cNvSpPr/>
            <p:nvPr/>
          </p:nvSpPr>
          <p:spPr>
            <a:xfrm>
              <a:off x="1249601" y="1025135"/>
              <a:ext cx="735013" cy="306139"/>
            </a:xfrm>
            <a:prstGeom prst="roundRect">
              <a:avLst/>
            </a:prstGeom>
            <a:solidFill>
              <a:srgbClr val="4F423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: Rounded Corners 90">
              <a:extLst>
                <a:ext uri="{FF2B5EF4-FFF2-40B4-BE49-F238E27FC236}">
                  <a16:creationId xmlns:a16="http://schemas.microsoft.com/office/drawing/2014/main" id="{92724A38-6566-48F5-41D1-045BE85FD9C1}"/>
                </a:ext>
              </a:extLst>
            </p:cNvPr>
            <p:cNvSpPr/>
            <p:nvPr/>
          </p:nvSpPr>
          <p:spPr>
            <a:xfrm>
              <a:off x="1249601" y="1247991"/>
              <a:ext cx="735013" cy="300162"/>
            </a:xfrm>
            <a:custGeom>
              <a:avLst/>
              <a:gdLst>
                <a:gd name="csX0" fmla="*/ 0 w 735013"/>
                <a:gd name="csY0" fmla="*/ 45047 h 300162"/>
                <a:gd name="csX1" fmla="*/ 122742 w 735013"/>
                <a:gd name="csY1" fmla="*/ 0 h 300162"/>
                <a:gd name="csX2" fmla="*/ 340140 w 735013"/>
                <a:gd name="csY2" fmla="*/ 13044 h 300162"/>
                <a:gd name="csX3" fmla="*/ 648129 w 735013"/>
                <a:gd name="csY3" fmla="*/ 17929 h 300162"/>
                <a:gd name="csX4" fmla="*/ 735013 w 735013"/>
                <a:gd name="csY4" fmla="*/ 45047 h 300162"/>
                <a:gd name="csX5" fmla="*/ 735013 w 735013"/>
                <a:gd name="csY5" fmla="*/ 249138 h 300162"/>
                <a:gd name="csX6" fmla="*/ 683989 w 735013"/>
                <a:gd name="csY6" fmla="*/ 300162 h 300162"/>
                <a:gd name="csX7" fmla="*/ 51024 w 735013"/>
                <a:gd name="csY7" fmla="*/ 300162 h 300162"/>
                <a:gd name="csX8" fmla="*/ 0 w 735013"/>
                <a:gd name="csY8" fmla="*/ 249138 h 300162"/>
                <a:gd name="csX9" fmla="*/ 0 w 735013"/>
                <a:gd name="csY9" fmla="*/ 45047 h 3001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735013" h="300162">
                  <a:moveTo>
                    <a:pt x="0" y="45047"/>
                  </a:moveTo>
                  <a:cubicBezTo>
                    <a:pt x="0" y="16867"/>
                    <a:pt x="94562" y="0"/>
                    <a:pt x="122742" y="0"/>
                  </a:cubicBezTo>
                  <a:cubicBezTo>
                    <a:pt x="172460" y="4627"/>
                    <a:pt x="254568" y="65835"/>
                    <a:pt x="340140" y="13044"/>
                  </a:cubicBezTo>
                  <a:cubicBezTo>
                    <a:pt x="472685" y="48539"/>
                    <a:pt x="527536" y="18293"/>
                    <a:pt x="648129" y="17929"/>
                  </a:cubicBezTo>
                  <a:cubicBezTo>
                    <a:pt x="713941" y="26251"/>
                    <a:pt x="725513" y="10497"/>
                    <a:pt x="735013" y="45047"/>
                  </a:cubicBezTo>
                  <a:lnTo>
                    <a:pt x="735013" y="249138"/>
                  </a:lnTo>
                  <a:cubicBezTo>
                    <a:pt x="735013" y="277318"/>
                    <a:pt x="712169" y="300162"/>
                    <a:pt x="683989" y="300162"/>
                  </a:cubicBezTo>
                  <a:lnTo>
                    <a:pt x="51024" y="300162"/>
                  </a:lnTo>
                  <a:cubicBezTo>
                    <a:pt x="22844" y="300162"/>
                    <a:pt x="0" y="277318"/>
                    <a:pt x="0" y="249138"/>
                  </a:cubicBezTo>
                  <a:lnTo>
                    <a:pt x="0" y="45047"/>
                  </a:lnTo>
                  <a:close/>
                </a:path>
              </a:pathLst>
            </a:custGeom>
            <a:solidFill>
              <a:srgbClr val="E2C19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Rectangle: Rounded Corners 92">
              <a:extLst>
                <a:ext uri="{FF2B5EF4-FFF2-40B4-BE49-F238E27FC236}">
                  <a16:creationId xmlns:a16="http://schemas.microsoft.com/office/drawing/2014/main" id="{43E4A6C9-34F1-53BC-C076-C2029B7D5C3F}"/>
                </a:ext>
              </a:extLst>
            </p:cNvPr>
            <p:cNvSpPr/>
            <p:nvPr/>
          </p:nvSpPr>
          <p:spPr>
            <a:xfrm>
              <a:off x="1249601" y="1455746"/>
              <a:ext cx="735013" cy="312115"/>
            </a:xfrm>
            <a:custGeom>
              <a:avLst/>
              <a:gdLst>
                <a:gd name="csX0" fmla="*/ 0 w 735013"/>
                <a:gd name="csY0" fmla="*/ 57000 h 312115"/>
                <a:gd name="csX1" fmla="*/ 152625 w 735013"/>
                <a:gd name="csY1" fmla="*/ 0 h 312115"/>
                <a:gd name="csX2" fmla="*/ 642154 w 735013"/>
                <a:gd name="csY2" fmla="*/ 41834 h 312115"/>
                <a:gd name="csX3" fmla="*/ 735013 w 735013"/>
                <a:gd name="csY3" fmla="*/ 57000 h 312115"/>
                <a:gd name="csX4" fmla="*/ 735013 w 735013"/>
                <a:gd name="csY4" fmla="*/ 261091 h 312115"/>
                <a:gd name="csX5" fmla="*/ 683989 w 735013"/>
                <a:gd name="csY5" fmla="*/ 312115 h 312115"/>
                <a:gd name="csX6" fmla="*/ 51024 w 735013"/>
                <a:gd name="csY6" fmla="*/ 312115 h 312115"/>
                <a:gd name="csX7" fmla="*/ 0 w 735013"/>
                <a:gd name="csY7" fmla="*/ 261091 h 312115"/>
                <a:gd name="csX8" fmla="*/ 0 w 735013"/>
                <a:gd name="csY8" fmla="*/ 57000 h 3121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35013" h="312115">
                  <a:moveTo>
                    <a:pt x="0" y="57000"/>
                  </a:moveTo>
                  <a:cubicBezTo>
                    <a:pt x="0" y="28820"/>
                    <a:pt x="124445" y="0"/>
                    <a:pt x="152625" y="0"/>
                  </a:cubicBezTo>
                  <a:cubicBezTo>
                    <a:pt x="363613" y="0"/>
                    <a:pt x="443119" y="5976"/>
                    <a:pt x="642154" y="41834"/>
                  </a:cubicBezTo>
                  <a:cubicBezTo>
                    <a:pt x="670334" y="41834"/>
                    <a:pt x="735013" y="28820"/>
                    <a:pt x="735013" y="57000"/>
                  </a:cubicBezTo>
                  <a:lnTo>
                    <a:pt x="735013" y="261091"/>
                  </a:lnTo>
                  <a:cubicBezTo>
                    <a:pt x="735013" y="289271"/>
                    <a:pt x="712169" y="312115"/>
                    <a:pt x="683989" y="312115"/>
                  </a:cubicBezTo>
                  <a:lnTo>
                    <a:pt x="51024" y="312115"/>
                  </a:lnTo>
                  <a:cubicBezTo>
                    <a:pt x="22844" y="312115"/>
                    <a:pt x="0" y="289271"/>
                    <a:pt x="0" y="261091"/>
                  </a:cubicBezTo>
                  <a:lnTo>
                    <a:pt x="0" y="57000"/>
                  </a:lnTo>
                  <a:close/>
                </a:path>
              </a:pathLst>
            </a:custGeom>
            <a:solidFill>
              <a:srgbClr val="8E6B4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64E0271-A648-F70F-78DD-B852BF939867}"/>
                </a:ext>
              </a:extLst>
            </p:cNvPr>
            <p:cNvSpPr/>
            <p:nvPr/>
          </p:nvSpPr>
          <p:spPr>
            <a:xfrm>
              <a:off x="1333037" y="1044956"/>
              <a:ext cx="119639" cy="579718"/>
            </a:xfrm>
            <a:custGeom>
              <a:avLst/>
              <a:gdLst>
                <a:gd name="csX0" fmla="*/ 119639 w 119639"/>
                <a:gd name="csY0" fmla="*/ 0 h 579718"/>
                <a:gd name="csX1" fmla="*/ 107687 w 119639"/>
                <a:gd name="csY1" fmla="*/ 119530 h 579718"/>
                <a:gd name="csX2" fmla="*/ 83781 w 119639"/>
                <a:gd name="csY2" fmla="*/ 143436 h 579718"/>
                <a:gd name="csX3" fmla="*/ 65851 w 119639"/>
                <a:gd name="csY3" fmla="*/ 191247 h 579718"/>
                <a:gd name="csX4" fmla="*/ 47922 w 119639"/>
                <a:gd name="csY4" fmla="*/ 310777 h 579718"/>
                <a:gd name="csX5" fmla="*/ 35969 w 119639"/>
                <a:gd name="csY5" fmla="*/ 328706 h 579718"/>
                <a:gd name="csX6" fmla="*/ 6087 w 119639"/>
                <a:gd name="csY6" fmla="*/ 376518 h 579718"/>
                <a:gd name="csX7" fmla="*/ 110 w 119639"/>
                <a:gd name="csY7" fmla="*/ 400424 h 579718"/>
                <a:gd name="csX8" fmla="*/ 12063 w 119639"/>
                <a:gd name="csY8" fmla="*/ 430306 h 579718"/>
                <a:gd name="csX9" fmla="*/ 29992 w 119639"/>
                <a:gd name="csY9" fmla="*/ 496047 h 579718"/>
                <a:gd name="csX10" fmla="*/ 18039 w 119639"/>
                <a:gd name="csY10" fmla="*/ 579718 h 5797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19639" h="579718">
                  <a:moveTo>
                    <a:pt x="119639" y="0"/>
                  </a:moveTo>
                  <a:cubicBezTo>
                    <a:pt x="115655" y="39843"/>
                    <a:pt x="117398" y="80683"/>
                    <a:pt x="107687" y="119530"/>
                  </a:cubicBezTo>
                  <a:cubicBezTo>
                    <a:pt x="104954" y="130463"/>
                    <a:pt x="90032" y="134059"/>
                    <a:pt x="83781" y="143436"/>
                  </a:cubicBezTo>
                  <a:cubicBezTo>
                    <a:pt x="79019" y="150580"/>
                    <a:pt x="69625" y="179928"/>
                    <a:pt x="65851" y="191247"/>
                  </a:cubicBezTo>
                  <a:cubicBezTo>
                    <a:pt x="61639" y="254432"/>
                    <a:pt x="70110" y="266401"/>
                    <a:pt x="47922" y="310777"/>
                  </a:cubicBezTo>
                  <a:cubicBezTo>
                    <a:pt x="44710" y="317201"/>
                    <a:pt x="39825" y="322646"/>
                    <a:pt x="35969" y="328706"/>
                  </a:cubicBezTo>
                  <a:cubicBezTo>
                    <a:pt x="25879" y="344562"/>
                    <a:pt x="6087" y="376518"/>
                    <a:pt x="6087" y="376518"/>
                  </a:cubicBezTo>
                  <a:cubicBezTo>
                    <a:pt x="4095" y="384487"/>
                    <a:pt x="-797" y="392260"/>
                    <a:pt x="110" y="400424"/>
                  </a:cubicBezTo>
                  <a:cubicBezTo>
                    <a:pt x="1295" y="411086"/>
                    <a:pt x="8671" y="420129"/>
                    <a:pt x="12063" y="430306"/>
                  </a:cubicBezTo>
                  <a:cubicBezTo>
                    <a:pt x="19168" y="451622"/>
                    <a:pt x="24522" y="474165"/>
                    <a:pt x="29992" y="496047"/>
                  </a:cubicBezTo>
                  <a:cubicBezTo>
                    <a:pt x="17736" y="575711"/>
                    <a:pt x="18039" y="547539"/>
                    <a:pt x="18039" y="579718"/>
                  </a:cubicBezTo>
                </a:path>
              </a:pathLst>
            </a:custGeom>
            <a:noFill/>
            <a:ln>
              <a:solidFill>
                <a:srgbClr val="3E332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2A84179-D930-D25D-7F60-85F40C16ED40}"/>
                </a:ext>
              </a:extLst>
            </p:cNvPr>
            <p:cNvSpPr/>
            <p:nvPr/>
          </p:nvSpPr>
          <p:spPr>
            <a:xfrm rot="20484588">
              <a:off x="1433952" y="1048122"/>
              <a:ext cx="119639" cy="579718"/>
            </a:xfrm>
            <a:custGeom>
              <a:avLst/>
              <a:gdLst>
                <a:gd name="csX0" fmla="*/ 119639 w 119639"/>
                <a:gd name="csY0" fmla="*/ 0 h 579718"/>
                <a:gd name="csX1" fmla="*/ 107687 w 119639"/>
                <a:gd name="csY1" fmla="*/ 119530 h 579718"/>
                <a:gd name="csX2" fmla="*/ 83781 w 119639"/>
                <a:gd name="csY2" fmla="*/ 143436 h 579718"/>
                <a:gd name="csX3" fmla="*/ 65851 w 119639"/>
                <a:gd name="csY3" fmla="*/ 191247 h 579718"/>
                <a:gd name="csX4" fmla="*/ 47922 w 119639"/>
                <a:gd name="csY4" fmla="*/ 310777 h 579718"/>
                <a:gd name="csX5" fmla="*/ 35969 w 119639"/>
                <a:gd name="csY5" fmla="*/ 328706 h 579718"/>
                <a:gd name="csX6" fmla="*/ 6087 w 119639"/>
                <a:gd name="csY6" fmla="*/ 376518 h 579718"/>
                <a:gd name="csX7" fmla="*/ 110 w 119639"/>
                <a:gd name="csY7" fmla="*/ 400424 h 579718"/>
                <a:gd name="csX8" fmla="*/ 12063 w 119639"/>
                <a:gd name="csY8" fmla="*/ 430306 h 579718"/>
                <a:gd name="csX9" fmla="*/ 29992 w 119639"/>
                <a:gd name="csY9" fmla="*/ 496047 h 579718"/>
                <a:gd name="csX10" fmla="*/ 18039 w 119639"/>
                <a:gd name="csY10" fmla="*/ 579718 h 5797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19639" h="579718">
                  <a:moveTo>
                    <a:pt x="119639" y="0"/>
                  </a:moveTo>
                  <a:cubicBezTo>
                    <a:pt x="115655" y="39843"/>
                    <a:pt x="117398" y="80683"/>
                    <a:pt x="107687" y="119530"/>
                  </a:cubicBezTo>
                  <a:cubicBezTo>
                    <a:pt x="104954" y="130463"/>
                    <a:pt x="90032" y="134059"/>
                    <a:pt x="83781" y="143436"/>
                  </a:cubicBezTo>
                  <a:cubicBezTo>
                    <a:pt x="79019" y="150580"/>
                    <a:pt x="69625" y="179928"/>
                    <a:pt x="65851" y="191247"/>
                  </a:cubicBezTo>
                  <a:cubicBezTo>
                    <a:pt x="61639" y="254432"/>
                    <a:pt x="70110" y="266401"/>
                    <a:pt x="47922" y="310777"/>
                  </a:cubicBezTo>
                  <a:cubicBezTo>
                    <a:pt x="44710" y="317201"/>
                    <a:pt x="39825" y="322646"/>
                    <a:pt x="35969" y="328706"/>
                  </a:cubicBezTo>
                  <a:cubicBezTo>
                    <a:pt x="25879" y="344562"/>
                    <a:pt x="6087" y="376518"/>
                    <a:pt x="6087" y="376518"/>
                  </a:cubicBezTo>
                  <a:cubicBezTo>
                    <a:pt x="4095" y="384487"/>
                    <a:pt x="-797" y="392260"/>
                    <a:pt x="110" y="400424"/>
                  </a:cubicBezTo>
                  <a:cubicBezTo>
                    <a:pt x="1295" y="411086"/>
                    <a:pt x="8671" y="420129"/>
                    <a:pt x="12063" y="430306"/>
                  </a:cubicBezTo>
                  <a:cubicBezTo>
                    <a:pt x="19168" y="451622"/>
                    <a:pt x="24522" y="474165"/>
                    <a:pt x="29992" y="496047"/>
                  </a:cubicBezTo>
                  <a:cubicBezTo>
                    <a:pt x="17736" y="575711"/>
                    <a:pt x="18039" y="547539"/>
                    <a:pt x="18039" y="579718"/>
                  </a:cubicBezTo>
                </a:path>
              </a:pathLst>
            </a:custGeom>
            <a:noFill/>
            <a:ln>
              <a:solidFill>
                <a:srgbClr val="3E332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F04DEB8E-B9C2-C12D-644B-90DB5AE3D5AF}"/>
                </a:ext>
              </a:extLst>
            </p:cNvPr>
            <p:cNvSpPr/>
            <p:nvPr/>
          </p:nvSpPr>
          <p:spPr>
            <a:xfrm rot="438870">
              <a:off x="1399166" y="1252944"/>
              <a:ext cx="80831" cy="309984"/>
            </a:xfrm>
            <a:custGeom>
              <a:avLst/>
              <a:gdLst>
                <a:gd name="csX0" fmla="*/ 119639 w 119639"/>
                <a:gd name="csY0" fmla="*/ 0 h 579718"/>
                <a:gd name="csX1" fmla="*/ 107687 w 119639"/>
                <a:gd name="csY1" fmla="*/ 119530 h 579718"/>
                <a:gd name="csX2" fmla="*/ 83781 w 119639"/>
                <a:gd name="csY2" fmla="*/ 143436 h 579718"/>
                <a:gd name="csX3" fmla="*/ 65851 w 119639"/>
                <a:gd name="csY3" fmla="*/ 191247 h 579718"/>
                <a:gd name="csX4" fmla="*/ 47922 w 119639"/>
                <a:gd name="csY4" fmla="*/ 310777 h 579718"/>
                <a:gd name="csX5" fmla="*/ 35969 w 119639"/>
                <a:gd name="csY5" fmla="*/ 328706 h 579718"/>
                <a:gd name="csX6" fmla="*/ 6087 w 119639"/>
                <a:gd name="csY6" fmla="*/ 376518 h 579718"/>
                <a:gd name="csX7" fmla="*/ 110 w 119639"/>
                <a:gd name="csY7" fmla="*/ 400424 h 579718"/>
                <a:gd name="csX8" fmla="*/ 12063 w 119639"/>
                <a:gd name="csY8" fmla="*/ 430306 h 579718"/>
                <a:gd name="csX9" fmla="*/ 29992 w 119639"/>
                <a:gd name="csY9" fmla="*/ 496047 h 579718"/>
                <a:gd name="csX10" fmla="*/ 18039 w 119639"/>
                <a:gd name="csY10" fmla="*/ 579718 h 5797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19639" h="579718">
                  <a:moveTo>
                    <a:pt x="119639" y="0"/>
                  </a:moveTo>
                  <a:cubicBezTo>
                    <a:pt x="115655" y="39843"/>
                    <a:pt x="117398" y="80683"/>
                    <a:pt x="107687" y="119530"/>
                  </a:cubicBezTo>
                  <a:cubicBezTo>
                    <a:pt x="104954" y="130463"/>
                    <a:pt x="90032" y="134059"/>
                    <a:pt x="83781" y="143436"/>
                  </a:cubicBezTo>
                  <a:cubicBezTo>
                    <a:pt x="79019" y="150580"/>
                    <a:pt x="69625" y="179928"/>
                    <a:pt x="65851" y="191247"/>
                  </a:cubicBezTo>
                  <a:cubicBezTo>
                    <a:pt x="61639" y="254432"/>
                    <a:pt x="70110" y="266401"/>
                    <a:pt x="47922" y="310777"/>
                  </a:cubicBezTo>
                  <a:cubicBezTo>
                    <a:pt x="44710" y="317201"/>
                    <a:pt x="39825" y="322646"/>
                    <a:pt x="35969" y="328706"/>
                  </a:cubicBezTo>
                  <a:cubicBezTo>
                    <a:pt x="25879" y="344562"/>
                    <a:pt x="6087" y="376518"/>
                    <a:pt x="6087" y="376518"/>
                  </a:cubicBezTo>
                  <a:cubicBezTo>
                    <a:pt x="4095" y="384487"/>
                    <a:pt x="-797" y="392260"/>
                    <a:pt x="110" y="400424"/>
                  </a:cubicBezTo>
                  <a:cubicBezTo>
                    <a:pt x="1295" y="411086"/>
                    <a:pt x="8671" y="420129"/>
                    <a:pt x="12063" y="430306"/>
                  </a:cubicBezTo>
                  <a:cubicBezTo>
                    <a:pt x="19168" y="451622"/>
                    <a:pt x="24522" y="474165"/>
                    <a:pt x="29992" y="496047"/>
                  </a:cubicBezTo>
                  <a:cubicBezTo>
                    <a:pt x="17736" y="575711"/>
                    <a:pt x="18039" y="547539"/>
                    <a:pt x="18039" y="579718"/>
                  </a:cubicBezTo>
                </a:path>
              </a:pathLst>
            </a:custGeom>
            <a:noFill/>
            <a:ln>
              <a:solidFill>
                <a:srgbClr val="3E332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6625BE0C-9AC6-B3F3-2BA7-C677EEA92C59}"/>
                </a:ext>
              </a:extLst>
            </p:cNvPr>
            <p:cNvSpPr/>
            <p:nvPr/>
          </p:nvSpPr>
          <p:spPr>
            <a:xfrm>
              <a:off x="1798727" y="1362635"/>
              <a:ext cx="66355" cy="71718"/>
            </a:xfrm>
            <a:custGeom>
              <a:avLst/>
              <a:gdLst>
                <a:gd name="csX0" fmla="*/ 12144 w 66355"/>
                <a:gd name="csY0" fmla="*/ 0 h 71718"/>
                <a:gd name="csX1" fmla="*/ 12144 w 66355"/>
                <a:gd name="csY1" fmla="*/ 0 h 71718"/>
                <a:gd name="csX2" fmla="*/ 191 w 66355"/>
                <a:gd name="csY2" fmla="*/ 53789 h 71718"/>
                <a:gd name="csX3" fmla="*/ 18120 w 66355"/>
                <a:gd name="csY3" fmla="*/ 65741 h 71718"/>
                <a:gd name="csX4" fmla="*/ 53979 w 66355"/>
                <a:gd name="csY4" fmla="*/ 71718 h 71718"/>
                <a:gd name="csX5" fmla="*/ 65932 w 66355"/>
                <a:gd name="csY5" fmla="*/ 47812 h 71718"/>
                <a:gd name="csX6" fmla="*/ 36049 w 66355"/>
                <a:gd name="csY6" fmla="*/ 23906 h 71718"/>
                <a:gd name="csX7" fmla="*/ 12144 w 66355"/>
                <a:gd name="csY7" fmla="*/ 0 h 717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66355" h="71718">
                  <a:moveTo>
                    <a:pt x="12144" y="0"/>
                  </a:moveTo>
                  <a:lnTo>
                    <a:pt x="12144" y="0"/>
                  </a:lnTo>
                  <a:cubicBezTo>
                    <a:pt x="8160" y="17930"/>
                    <a:pt x="-1472" y="35497"/>
                    <a:pt x="191" y="53789"/>
                  </a:cubicBezTo>
                  <a:cubicBezTo>
                    <a:pt x="841" y="60942"/>
                    <a:pt x="11306" y="63470"/>
                    <a:pt x="18120" y="65741"/>
                  </a:cubicBezTo>
                  <a:cubicBezTo>
                    <a:pt x="29616" y="69573"/>
                    <a:pt x="42026" y="69726"/>
                    <a:pt x="53979" y="71718"/>
                  </a:cubicBezTo>
                  <a:cubicBezTo>
                    <a:pt x="57963" y="63749"/>
                    <a:pt x="64672" y="56632"/>
                    <a:pt x="65932" y="47812"/>
                  </a:cubicBezTo>
                  <a:cubicBezTo>
                    <a:pt x="69453" y="23164"/>
                    <a:pt x="50295" y="30012"/>
                    <a:pt x="36049" y="23906"/>
                  </a:cubicBezTo>
                  <a:cubicBezTo>
                    <a:pt x="29447" y="21076"/>
                    <a:pt x="16128" y="3984"/>
                    <a:pt x="12144" y="0"/>
                  </a:cubicBezTo>
                  <a:close/>
                </a:path>
              </a:pathLst>
            </a:custGeom>
            <a:solidFill>
              <a:srgbClr val="8E6B4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26A3CD9-350D-7C96-1577-05ACC547C0E7}"/>
                </a:ext>
              </a:extLst>
            </p:cNvPr>
            <p:cNvSpPr/>
            <p:nvPr/>
          </p:nvSpPr>
          <p:spPr>
            <a:xfrm rot="11763267">
              <a:off x="1555604" y="1336253"/>
              <a:ext cx="66355" cy="71718"/>
            </a:xfrm>
            <a:custGeom>
              <a:avLst/>
              <a:gdLst>
                <a:gd name="csX0" fmla="*/ 12144 w 66355"/>
                <a:gd name="csY0" fmla="*/ 0 h 71718"/>
                <a:gd name="csX1" fmla="*/ 12144 w 66355"/>
                <a:gd name="csY1" fmla="*/ 0 h 71718"/>
                <a:gd name="csX2" fmla="*/ 191 w 66355"/>
                <a:gd name="csY2" fmla="*/ 53789 h 71718"/>
                <a:gd name="csX3" fmla="*/ 18120 w 66355"/>
                <a:gd name="csY3" fmla="*/ 65741 h 71718"/>
                <a:gd name="csX4" fmla="*/ 53979 w 66355"/>
                <a:gd name="csY4" fmla="*/ 71718 h 71718"/>
                <a:gd name="csX5" fmla="*/ 65932 w 66355"/>
                <a:gd name="csY5" fmla="*/ 47812 h 71718"/>
                <a:gd name="csX6" fmla="*/ 36049 w 66355"/>
                <a:gd name="csY6" fmla="*/ 23906 h 71718"/>
                <a:gd name="csX7" fmla="*/ 12144 w 66355"/>
                <a:gd name="csY7" fmla="*/ 0 h 717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66355" h="71718">
                  <a:moveTo>
                    <a:pt x="12144" y="0"/>
                  </a:moveTo>
                  <a:lnTo>
                    <a:pt x="12144" y="0"/>
                  </a:lnTo>
                  <a:cubicBezTo>
                    <a:pt x="8160" y="17930"/>
                    <a:pt x="-1472" y="35497"/>
                    <a:pt x="191" y="53789"/>
                  </a:cubicBezTo>
                  <a:cubicBezTo>
                    <a:pt x="841" y="60942"/>
                    <a:pt x="11306" y="63470"/>
                    <a:pt x="18120" y="65741"/>
                  </a:cubicBezTo>
                  <a:cubicBezTo>
                    <a:pt x="29616" y="69573"/>
                    <a:pt x="42026" y="69726"/>
                    <a:pt x="53979" y="71718"/>
                  </a:cubicBezTo>
                  <a:cubicBezTo>
                    <a:pt x="57963" y="63749"/>
                    <a:pt x="64672" y="56632"/>
                    <a:pt x="65932" y="47812"/>
                  </a:cubicBezTo>
                  <a:cubicBezTo>
                    <a:pt x="69453" y="23164"/>
                    <a:pt x="50295" y="30012"/>
                    <a:pt x="36049" y="23906"/>
                  </a:cubicBezTo>
                  <a:cubicBezTo>
                    <a:pt x="29447" y="21076"/>
                    <a:pt x="16128" y="3984"/>
                    <a:pt x="12144" y="0"/>
                  </a:cubicBezTo>
                  <a:close/>
                </a:path>
              </a:pathLst>
            </a:custGeom>
            <a:solidFill>
              <a:srgbClr val="8E6B4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A3B9796A-C88A-97FA-FC58-03097F45F4E3}"/>
                </a:ext>
              </a:extLst>
            </p:cNvPr>
            <p:cNvSpPr/>
            <p:nvPr/>
          </p:nvSpPr>
          <p:spPr>
            <a:xfrm rot="11763267">
              <a:off x="1722303" y="1112471"/>
              <a:ext cx="66355" cy="71718"/>
            </a:xfrm>
            <a:custGeom>
              <a:avLst/>
              <a:gdLst>
                <a:gd name="csX0" fmla="*/ 12144 w 66355"/>
                <a:gd name="csY0" fmla="*/ 0 h 71718"/>
                <a:gd name="csX1" fmla="*/ 12144 w 66355"/>
                <a:gd name="csY1" fmla="*/ 0 h 71718"/>
                <a:gd name="csX2" fmla="*/ 191 w 66355"/>
                <a:gd name="csY2" fmla="*/ 53789 h 71718"/>
                <a:gd name="csX3" fmla="*/ 18120 w 66355"/>
                <a:gd name="csY3" fmla="*/ 65741 h 71718"/>
                <a:gd name="csX4" fmla="*/ 53979 w 66355"/>
                <a:gd name="csY4" fmla="*/ 71718 h 71718"/>
                <a:gd name="csX5" fmla="*/ 65932 w 66355"/>
                <a:gd name="csY5" fmla="*/ 47812 h 71718"/>
                <a:gd name="csX6" fmla="*/ 36049 w 66355"/>
                <a:gd name="csY6" fmla="*/ 23906 h 71718"/>
                <a:gd name="csX7" fmla="*/ 12144 w 66355"/>
                <a:gd name="csY7" fmla="*/ 0 h 717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66355" h="71718">
                  <a:moveTo>
                    <a:pt x="12144" y="0"/>
                  </a:moveTo>
                  <a:lnTo>
                    <a:pt x="12144" y="0"/>
                  </a:lnTo>
                  <a:cubicBezTo>
                    <a:pt x="8160" y="17930"/>
                    <a:pt x="-1472" y="35497"/>
                    <a:pt x="191" y="53789"/>
                  </a:cubicBezTo>
                  <a:cubicBezTo>
                    <a:pt x="841" y="60942"/>
                    <a:pt x="11306" y="63470"/>
                    <a:pt x="18120" y="65741"/>
                  </a:cubicBezTo>
                  <a:cubicBezTo>
                    <a:pt x="29616" y="69573"/>
                    <a:pt x="42026" y="69726"/>
                    <a:pt x="53979" y="71718"/>
                  </a:cubicBezTo>
                  <a:cubicBezTo>
                    <a:pt x="57963" y="63749"/>
                    <a:pt x="64672" y="56632"/>
                    <a:pt x="65932" y="47812"/>
                  </a:cubicBezTo>
                  <a:cubicBezTo>
                    <a:pt x="69453" y="23164"/>
                    <a:pt x="50295" y="30012"/>
                    <a:pt x="36049" y="23906"/>
                  </a:cubicBezTo>
                  <a:cubicBezTo>
                    <a:pt x="29447" y="21076"/>
                    <a:pt x="16128" y="3984"/>
                    <a:pt x="12144" y="0"/>
                  </a:cubicBezTo>
                  <a:close/>
                </a:path>
              </a:pathLst>
            </a:custGeom>
            <a:solidFill>
              <a:srgbClr val="E2C19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800085CD-8A93-D43B-33FE-6DFFD8EC6299}"/>
              </a:ext>
            </a:extLst>
          </p:cNvPr>
          <p:cNvGrpSpPr/>
          <p:nvPr/>
        </p:nvGrpSpPr>
        <p:grpSpPr>
          <a:xfrm>
            <a:off x="3694399" y="4309264"/>
            <a:ext cx="1546478" cy="1136636"/>
            <a:chOff x="1912945" y="3724136"/>
            <a:chExt cx="1518014" cy="105951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1" name="Oval 123">
              <a:extLst>
                <a:ext uri="{FF2B5EF4-FFF2-40B4-BE49-F238E27FC236}">
                  <a16:creationId xmlns:a16="http://schemas.microsoft.com/office/drawing/2014/main" id="{26CDC594-AEFA-77A1-448C-EAD3C73255AA}"/>
                </a:ext>
              </a:extLst>
            </p:cNvPr>
            <p:cNvSpPr/>
            <p:nvPr/>
          </p:nvSpPr>
          <p:spPr>
            <a:xfrm rot="20235781">
              <a:off x="2578083" y="3724136"/>
              <a:ext cx="226139" cy="322817"/>
            </a:xfrm>
            <a:custGeom>
              <a:avLst/>
              <a:gdLst>
                <a:gd name="csX0" fmla="*/ 0 w 378693"/>
                <a:gd name="csY0" fmla="*/ 226783 h 520761"/>
                <a:gd name="csX1" fmla="*/ 194333 w 378693"/>
                <a:gd name="csY1" fmla="*/ 1 h 520761"/>
                <a:gd name="csX2" fmla="*/ 378693 w 378693"/>
                <a:gd name="csY2" fmla="*/ 224998 h 520761"/>
                <a:gd name="csX3" fmla="*/ 194333 w 378693"/>
                <a:gd name="csY3" fmla="*/ 520761 h 520761"/>
                <a:gd name="csX4" fmla="*/ 0 w 378693"/>
                <a:gd name="csY4" fmla="*/ 226783 h 5207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78693" h="520761">
                  <a:moveTo>
                    <a:pt x="0" y="226783"/>
                  </a:moveTo>
                  <a:cubicBezTo>
                    <a:pt x="0" y="82979"/>
                    <a:pt x="131218" y="298"/>
                    <a:pt x="194333" y="1"/>
                  </a:cubicBezTo>
                  <a:cubicBezTo>
                    <a:pt x="257448" y="-296"/>
                    <a:pt x="378693" y="81194"/>
                    <a:pt x="378693" y="224998"/>
                  </a:cubicBezTo>
                  <a:cubicBezTo>
                    <a:pt x="378693" y="368802"/>
                    <a:pt x="257448" y="520464"/>
                    <a:pt x="194333" y="520761"/>
                  </a:cubicBezTo>
                  <a:cubicBezTo>
                    <a:pt x="131218" y="521058"/>
                    <a:pt x="0" y="370587"/>
                    <a:pt x="0" y="226783"/>
                  </a:cubicBezTo>
                  <a:close/>
                </a:path>
              </a:pathLst>
            </a:custGeom>
            <a:solidFill>
              <a:srgbClr val="C7C7C7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86716609-1EF5-C4FF-A0CF-E08B951EA82D}"/>
                </a:ext>
              </a:extLst>
            </p:cNvPr>
            <p:cNvSpPr/>
            <p:nvPr/>
          </p:nvSpPr>
          <p:spPr>
            <a:xfrm>
              <a:off x="1912945" y="4293545"/>
              <a:ext cx="1315690" cy="490102"/>
            </a:xfrm>
            <a:custGeom>
              <a:avLst/>
              <a:gdLst>
                <a:gd name="csX0" fmla="*/ 174023 w 2203254"/>
                <a:gd name="csY0" fmla="*/ 47 h 790622"/>
                <a:gd name="csX1" fmla="*/ 21623 w 2203254"/>
                <a:gd name="csY1" fmla="*/ 209597 h 790622"/>
                <a:gd name="csX2" fmla="*/ 12098 w 2203254"/>
                <a:gd name="csY2" fmla="*/ 476297 h 790622"/>
                <a:gd name="csX3" fmla="*/ 126398 w 2203254"/>
                <a:gd name="csY3" fmla="*/ 647747 h 790622"/>
                <a:gd name="csX4" fmla="*/ 507398 w 2203254"/>
                <a:gd name="csY4" fmla="*/ 752522 h 790622"/>
                <a:gd name="csX5" fmla="*/ 1240823 w 2203254"/>
                <a:gd name="csY5" fmla="*/ 790622 h 790622"/>
                <a:gd name="csX6" fmla="*/ 1774223 w 2203254"/>
                <a:gd name="csY6" fmla="*/ 781097 h 790622"/>
                <a:gd name="csX7" fmla="*/ 2079023 w 2203254"/>
                <a:gd name="csY7" fmla="*/ 704897 h 790622"/>
                <a:gd name="csX8" fmla="*/ 2202848 w 2203254"/>
                <a:gd name="csY8" fmla="*/ 400097 h 790622"/>
                <a:gd name="csX9" fmla="*/ 2117123 w 2203254"/>
                <a:gd name="csY9" fmla="*/ 562022 h 790622"/>
                <a:gd name="csX10" fmla="*/ 2069498 w 2203254"/>
                <a:gd name="csY10" fmla="*/ 657272 h 790622"/>
                <a:gd name="csX11" fmla="*/ 1945673 w 2203254"/>
                <a:gd name="csY11" fmla="*/ 714422 h 790622"/>
                <a:gd name="csX12" fmla="*/ 1688498 w 2203254"/>
                <a:gd name="csY12" fmla="*/ 733472 h 790622"/>
                <a:gd name="csX13" fmla="*/ 1288448 w 2203254"/>
                <a:gd name="csY13" fmla="*/ 723947 h 790622"/>
                <a:gd name="csX14" fmla="*/ 850298 w 2203254"/>
                <a:gd name="csY14" fmla="*/ 714422 h 790622"/>
                <a:gd name="csX15" fmla="*/ 488348 w 2203254"/>
                <a:gd name="csY15" fmla="*/ 666797 h 790622"/>
                <a:gd name="csX16" fmla="*/ 240698 w 2203254"/>
                <a:gd name="csY16" fmla="*/ 609647 h 790622"/>
                <a:gd name="csX17" fmla="*/ 164498 w 2203254"/>
                <a:gd name="csY17" fmla="*/ 533447 h 790622"/>
                <a:gd name="csX18" fmla="*/ 116873 w 2203254"/>
                <a:gd name="csY18" fmla="*/ 438197 h 790622"/>
                <a:gd name="csX19" fmla="*/ 88298 w 2203254"/>
                <a:gd name="csY19" fmla="*/ 247697 h 790622"/>
                <a:gd name="csX20" fmla="*/ 154973 w 2203254"/>
                <a:gd name="csY20" fmla="*/ 190547 h 790622"/>
                <a:gd name="csX21" fmla="*/ 174023 w 2203254"/>
                <a:gd name="csY21" fmla="*/ 47 h 7906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2203254" h="790622">
                  <a:moveTo>
                    <a:pt x="174023" y="47"/>
                  </a:moveTo>
                  <a:cubicBezTo>
                    <a:pt x="151798" y="3222"/>
                    <a:pt x="48610" y="130222"/>
                    <a:pt x="21623" y="209597"/>
                  </a:cubicBezTo>
                  <a:cubicBezTo>
                    <a:pt x="-5364" y="288972"/>
                    <a:pt x="-5364" y="403272"/>
                    <a:pt x="12098" y="476297"/>
                  </a:cubicBezTo>
                  <a:cubicBezTo>
                    <a:pt x="29560" y="549322"/>
                    <a:pt x="43848" y="601710"/>
                    <a:pt x="126398" y="647747"/>
                  </a:cubicBezTo>
                  <a:cubicBezTo>
                    <a:pt x="208948" y="693785"/>
                    <a:pt x="321661" y="728710"/>
                    <a:pt x="507398" y="752522"/>
                  </a:cubicBezTo>
                  <a:cubicBezTo>
                    <a:pt x="693136" y="776335"/>
                    <a:pt x="1029686" y="785860"/>
                    <a:pt x="1240823" y="790622"/>
                  </a:cubicBezTo>
                  <a:lnTo>
                    <a:pt x="1774223" y="781097"/>
                  </a:lnTo>
                  <a:cubicBezTo>
                    <a:pt x="1913923" y="766809"/>
                    <a:pt x="2007586" y="768397"/>
                    <a:pt x="2079023" y="704897"/>
                  </a:cubicBezTo>
                  <a:cubicBezTo>
                    <a:pt x="2150460" y="641397"/>
                    <a:pt x="2196498" y="423909"/>
                    <a:pt x="2202848" y="400097"/>
                  </a:cubicBezTo>
                  <a:cubicBezTo>
                    <a:pt x="2209198" y="376285"/>
                    <a:pt x="2139348" y="519160"/>
                    <a:pt x="2117123" y="562022"/>
                  </a:cubicBezTo>
                  <a:cubicBezTo>
                    <a:pt x="2094898" y="604884"/>
                    <a:pt x="2098073" y="631872"/>
                    <a:pt x="2069498" y="657272"/>
                  </a:cubicBezTo>
                  <a:cubicBezTo>
                    <a:pt x="2040923" y="682672"/>
                    <a:pt x="2009173" y="701722"/>
                    <a:pt x="1945673" y="714422"/>
                  </a:cubicBezTo>
                  <a:cubicBezTo>
                    <a:pt x="1882173" y="727122"/>
                    <a:pt x="1688498" y="733472"/>
                    <a:pt x="1688498" y="733472"/>
                  </a:cubicBezTo>
                  <a:lnTo>
                    <a:pt x="1288448" y="723947"/>
                  </a:lnTo>
                  <a:cubicBezTo>
                    <a:pt x="1148748" y="720772"/>
                    <a:pt x="983648" y="723947"/>
                    <a:pt x="850298" y="714422"/>
                  </a:cubicBezTo>
                  <a:cubicBezTo>
                    <a:pt x="716948" y="704897"/>
                    <a:pt x="589948" y="684259"/>
                    <a:pt x="488348" y="666797"/>
                  </a:cubicBezTo>
                  <a:cubicBezTo>
                    <a:pt x="386748" y="649335"/>
                    <a:pt x="294673" y="631872"/>
                    <a:pt x="240698" y="609647"/>
                  </a:cubicBezTo>
                  <a:cubicBezTo>
                    <a:pt x="186723" y="587422"/>
                    <a:pt x="185135" y="562022"/>
                    <a:pt x="164498" y="533447"/>
                  </a:cubicBezTo>
                  <a:cubicBezTo>
                    <a:pt x="143861" y="504872"/>
                    <a:pt x="129573" y="485822"/>
                    <a:pt x="116873" y="438197"/>
                  </a:cubicBezTo>
                  <a:cubicBezTo>
                    <a:pt x="104173" y="390572"/>
                    <a:pt x="81948" y="288972"/>
                    <a:pt x="88298" y="247697"/>
                  </a:cubicBezTo>
                  <a:cubicBezTo>
                    <a:pt x="94648" y="206422"/>
                    <a:pt x="140686" y="227059"/>
                    <a:pt x="154973" y="190547"/>
                  </a:cubicBezTo>
                  <a:cubicBezTo>
                    <a:pt x="169260" y="154035"/>
                    <a:pt x="196248" y="-3128"/>
                    <a:pt x="174023" y="47"/>
                  </a:cubicBez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Oval 105">
              <a:extLst>
                <a:ext uri="{FF2B5EF4-FFF2-40B4-BE49-F238E27FC236}">
                  <a16:creationId xmlns:a16="http://schemas.microsoft.com/office/drawing/2014/main" id="{3134816E-EC8A-9378-BF83-E18BBCDE897E}"/>
                </a:ext>
              </a:extLst>
            </p:cNvPr>
            <p:cNvSpPr/>
            <p:nvPr/>
          </p:nvSpPr>
          <p:spPr>
            <a:xfrm>
              <a:off x="1983141" y="4199961"/>
              <a:ext cx="994380" cy="435365"/>
            </a:xfrm>
            <a:custGeom>
              <a:avLst/>
              <a:gdLst>
                <a:gd name="csX0" fmla="*/ 324 w 994380"/>
                <a:gd name="csY0" fmla="*/ 151949 h 435365"/>
                <a:gd name="csX1" fmla="*/ 443564 w 994380"/>
                <a:gd name="csY1" fmla="*/ 15 h 435365"/>
                <a:gd name="csX2" fmla="*/ 994380 w 994380"/>
                <a:gd name="csY2" fmla="*/ 151949 h 435365"/>
                <a:gd name="csX3" fmla="*/ 497352 w 994380"/>
                <a:gd name="csY3" fmla="*/ 435365 h 435365"/>
                <a:gd name="csX4" fmla="*/ 324 w 994380"/>
                <a:gd name="csY4" fmla="*/ 151949 h 4353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94380" h="435365">
                  <a:moveTo>
                    <a:pt x="324" y="151949"/>
                  </a:moveTo>
                  <a:cubicBezTo>
                    <a:pt x="-8641" y="79391"/>
                    <a:pt x="169063" y="15"/>
                    <a:pt x="443564" y="15"/>
                  </a:cubicBezTo>
                  <a:cubicBezTo>
                    <a:pt x="718065" y="15"/>
                    <a:pt x="994380" y="-4577"/>
                    <a:pt x="994380" y="151949"/>
                  </a:cubicBezTo>
                  <a:cubicBezTo>
                    <a:pt x="994380" y="308475"/>
                    <a:pt x="771853" y="435365"/>
                    <a:pt x="497352" y="435365"/>
                  </a:cubicBezTo>
                  <a:cubicBezTo>
                    <a:pt x="222851" y="435365"/>
                    <a:pt x="9289" y="224507"/>
                    <a:pt x="324" y="151949"/>
                  </a:cubicBezTo>
                  <a:close/>
                </a:path>
              </a:pathLst>
            </a:custGeom>
            <a:solidFill>
              <a:srgbClr val="C7C7C7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107">
              <a:extLst>
                <a:ext uri="{FF2B5EF4-FFF2-40B4-BE49-F238E27FC236}">
                  <a16:creationId xmlns:a16="http://schemas.microsoft.com/office/drawing/2014/main" id="{2D1A0854-3B4D-560A-3434-F9A568BD034B}"/>
                </a:ext>
              </a:extLst>
            </p:cNvPr>
            <p:cNvSpPr/>
            <p:nvPr/>
          </p:nvSpPr>
          <p:spPr>
            <a:xfrm>
              <a:off x="1980537" y="4190829"/>
              <a:ext cx="996986" cy="288821"/>
            </a:xfrm>
            <a:custGeom>
              <a:avLst/>
              <a:gdLst>
                <a:gd name="csX0" fmla="*/ 137732 w 1669553"/>
                <a:gd name="csY0" fmla="*/ 95071 h 465920"/>
                <a:gd name="csX1" fmla="*/ 891314 w 1669553"/>
                <a:gd name="csY1" fmla="*/ 9174 h 465920"/>
                <a:gd name="csX2" fmla="*/ 1669553 w 1669553"/>
                <a:gd name="csY2" fmla="*/ 269373 h 465920"/>
                <a:gd name="csX3" fmla="*/ 151429 w 1669553"/>
                <a:gd name="csY3" fmla="*/ 440823 h 465920"/>
                <a:gd name="csX4" fmla="*/ 137732 w 1669553"/>
                <a:gd name="csY4" fmla="*/ 95071 h 4659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669553" h="465920">
                  <a:moveTo>
                    <a:pt x="137732" y="95071"/>
                  </a:moveTo>
                  <a:cubicBezTo>
                    <a:pt x="261046" y="23130"/>
                    <a:pt x="636010" y="-19876"/>
                    <a:pt x="891314" y="9174"/>
                  </a:cubicBezTo>
                  <a:cubicBezTo>
                    <a:pt x="1146618" y="38224"/>
                    <a:pt x="1669553" y="16868"/>
                    <a:pt x="1669553" y="269373"/>
                  </a:cubicBezTo>
                  <a:cubicBezTo>
                    <a:pt x="1669553" y="521878"/>
                    <a:pt x="406733" y="469873"/>
                    <a:pt x="151429" y="440823"/>
                  </a:cubicBezTo>
                  <a:cubicBezTo>
                    <a:pt x="-103875" y="411773"/>
                    <a:pt x="14418" y="167013"/>
                    <a:pt x="137732" y="95071"/>
                  </a:cubicBezTo>
                  <a:close/>
                </a:path>
              </a:pathLst>
            </a:custGeom>
            <a:solidFill>
              <a:srgbClr val="6D5C4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92B13FB1-09C6-81F4-23DD-93FBC160F4E2}"/>
                </a:ext>
              </a:extLst>
            </p:cNvPr>
            <p:cNvSpPr/>
            <p:nvPr/>
          </p:nvSpPr>
          <p:spPr>
            <a:xfrm rot="1481847">
              <a:off x="2697090" y="4487946"/>
              <a:ext cx="317015" cy="105972"/>
            </a:xfrm>
            <a:prstGeom prst="ellipse">
              <a:avLst/>
            </a:prstGeom>
            <a:solidFill>
              <a:srgbClr val="C7C7C7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7C6DD5E3-3107-2F61-C079-0BB852B884AE}"/>
                </a:ext>
              </a:extLst>
            </p:cNvPr>
            <p:cNvSpPr/>
            <p:nvPr/>
          </p:nvSpPr>
          <p:spPr>
            <a:xfrm rot="366718">
              <a:off x="2927665" y="4546691"/>
              <a:ext cx="153453" cy="101186"/>
            </a:xfrm>
            <a:prstGeom prst="ellipse">
              <a:avLst/>
            </a:prstGeom>
            <a:solidFill>
              <a:srgbClr val="CFBBB4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A9941D26-D98E-8D22-2D4A-ABFF3AE9ACD5}"/>
                </a:ext>
              </a:extLst>
            </p:cNvPr>
            <p:cNvSpPr/>
            <p:nvPr/>
          </p:nvSpPr>
          <p:spPr>
            <a:xfrm rot="1443167">
              <a:off x="2595847" y="4066394"/>
              <a:ext cx="571474" cy="291117"/>
            </a:xfrm>
            <a:prstGeom prst="ellipse">
              <a:avLst/>
            </a:prstGeom>
            <a:solidFill>
              <a:srgbClr val="C7C7C7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Oval 107">
              <a:extLst>
                <a:ext uri="{FF2B5EF4-FFF2-40B4-BE49-F238E27FC236}">
                  <a16:creationId xmlns:a16="http://schemas.microsoft.com/office/drawing/2014/main" id="{C337C411-6D1C-70F0-D5CB-AA5973FC0C23}"/>
                </a:ext>
              </a:extLst>
            </p:cNvPr>
            <p:cNvSpPr/>
            <p:nvPr/>
          </p:nvSpPr>
          <p:spPr>
            <a:xfrm rot="1443167">
              <a:off x="2608736" y="4050190"/>
              <a:ext cx="580818" cy="198696"/>
            </a:xfrm>
            <a:custGeom>
              <a:avLst/>
              <a:gdLst>
                <a:gd name="csX0" fmla="*/ 122468 w 1691866"/>
                <a:gd name="csY0" fmla="*/ 194979 h 624104"/>
                <a:gd name="csX1" fmla="*/ 971484 w 1691866"/>
                <a:gd name="csY1" fmla="*/ 6877 h 624104"/>
                <a:gd name="csX2" fmla="*/ 1691866 w 1691866"/>
                <a:gd name="csY2" fmla="*/ 423579 h 624104"/>
                <a:gd name="csX3" fmla="*/ 173742 w 1691866"/>
                <a:gd name="csY3" fmla="*/ 595029 h 624104"/>
                <a:gd name="csX4" fmla="*/ 122468 w 1691866"/>
                <a:gd name="csY4" fmla="*/ 194979 h 6241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691866" h="624104">
                  <a:moveTo>
                    <a:pt x="122468" y="194979"/>
                  </a:moveTo>
                  <a:cubicBezTo>
                    <a:pt x="255425" y="96954"/>
                    <a:pt x="709918" y="-31223"/>
                    <a:pt x="971484" y="6877"/>
                  </a:cubicBezTo>
                  <a:cubicBezTo>
                    <a:pt x="1233050" y="44977"/>
                    <a:pt x="1691866" y="171074"/>
                    <a:pt x="1691866" y="423579"/>
                  </a:cubicBezTo>
                  <a:cubicBezTo>
                    <a:pt x="1691866" y="676084"/>
                    <a:pt x="435308" y="633129"/>
                    <a:pt x="173742" y="595029"/>
                  </a:cubicBezTo>
                  <a:cubicBezTo>
                    <a:pt x="-87824" y="556929"/>
                    <a:pt x="-10489" y="293004"/>
                    <a:pt x="122468" y="194979"/>
                  </a:cubicBezTo>
                  <a:close/>
                </a:path>
              </a:pathLst>
            </a:custGeom>
            <a:solidFill>
              <a:srgbClr val="6D5C4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4F8E05B1-758A-1C1C-8CEC-9DC74CB8058D}"/>
                </a:ext>
              </a:extLst>
            </p:cNvPr>
            <p:cNvSpPr/>
            <p:nvPr/>
          </p:nvSpPr>
          <p:spPr>
            <a:xfrm rot="1747228">
              <a:off x="1995828" y="4495190"/>
              <a:ext cx="352074" cy="113805"/>
            </a:xfrm>
            <a:prstGeom prst="ellipse">
              <a:avLst/>
            </a:prstGeom>
            <a:solidFill>
              <a:srgbClr val="C7C7C7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9CB1C86A-AD80-B59C-E50C-ADC2F45D60C2}"/>
                </a:ext>
              </a:extLst>
            </p:cNvPr>
            <p:cNvSpPr/>
            <p:nvPr/>
          </p:nvSpPr>
          <p:spPr>
            <a:xfrm rot="366718">
              <a:off x="2276108" y="4597567"/>
              <a:ext cx="159743" cy="107509"/>
            </a:xfrm>
            <a:prstGeom prst="ellipse">
              <a:avLst/>
            </a:prstGeom>
            <a:solidFill>
              <a:srgbClr val="CFBBB4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D15BDD8D-1F09-21B7-3E69-72B7DA9F14E5}"/>
                </a:ext>
              </a:extLst>
            </p:cNvPr>
            <p:cNvSpPr/>
            <p:nvPr/>
          </p:nvSpPr>
          <p:spPr>
            <a:xfrm>
              <a:off x="2770708" y="4047415"/>
              <a:ext cx="131096" cy="133682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Oval 123">
              <a:extLst>
                <a:ext uri="{FF2B5EF4-FFF2-40B4-BE49-F238E27FC236}">
                  <a16:creationId xmlns:a16="http://schemas.microsoft.com/office/drawing/2014/main" id="{0496259F-8E5C-1C42-2C30-127453FB5B47}"/>
                </a:ext>
              </a:extLst>
            </p:cNvPr>
            <p:cNvSpPr/>
            <p:nvPr/>
          </p:nvSpPr>
          <p:spPr>
            <a:xfrm rot="20235781">
              <a:off x="2530068" y="3742234"/>
              <a:ext cx="226139" cy="322817"/>
            </a:xfrm>
            <a:custGeom>
              <a:avLst/>
              <a:gdLst>
                <a:gd name="csX0" fmla="*/ 0 w 378693"/>
                <a:gd name="csY0" fmla="*/ 226783 h 520761"/>
                <a:gd name="csX1" fmla="*/ 194333 w 378693"/>
                <a:gd name="csY1" fmla="*/ 1 h 520761"/>
                <a:gd name="csX2" fmla="*/ 378693 w 378693"/>
                <a:gd name="csY2" fmla="*/ 224998 h 520761"/>
                <a:gd name="csX3" fmla="*/ 194333 w 378693"/>
                <a:gd name="csY3" fmla="*/ 520761 h 520761"/>
                <a:gd name="csX4" fmla="*/ 0 w 378693"/>
                <a:gd name="csY4" fmla="*/ 226783 h 5207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78693" h="520761">
                  <a:moveTo>
                    <a:pt x="0" y="226783"/>
                  </a:moveTo>
                  <a:cubicBezTo>
                    <a:pt x="0" y="82979"/>
                    <a:pt x="131218" y="298"/>
                    <a:pt x="194333" y="1"/>
                  </a:cubicBezTo>
                  <a:cubicBezTo>
                    <a:pt x="257448" y="-296"/>
                    <a:pt x="378693" y="81194"/>
                    <a:pt x="378693" y="224998"/>
                  </a:cubicBezTo>
                  <a:cubicBezTo>
                    <a:pt x="378693" y="368802"/>
                    <a:pt x="257448" y="520464"/>
                    <a:pt x="194333" y="520761"/>
                  </a:cubicBezTo>
                  <a:cubicBezTo>
                    <a:pt x="131218" y="521058"/>
                    <a:pt x="0" y="370587"/>
                    <a:pt x="0" y="226783"/>
                  </a:cubicBezTo>
                  <a:close/>
                </a:path>
              </a:pathLst>
            </a:custGeom>
            <a:solidFill>
              <a:srgbClr val="C7C7C7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Arc 62">
              <a:extLst>
                <a:ext uri="{FF2B5EF4-FFF2-40B4-BE49-F238E27FC236}">
                  <a16:creationId xmlns:a16="http://schemas.microsoft.com/office/drawing/2014/main" id="{359FF804-6491-099A-1BAF-B9051B19485E}"/>
                </a:ext>
              </a:extLst>
            </p:cNvPr>
            <p:cNvSpPr/>
            <p:nvPr/>
          </p:nvSpPr>
          <p:spPr>
            <a:xfrm rot="13801390">
              <a:off x="2829251" y="4064449"/>
              <a:ext cx="28874" cy="64833"/>
            </a:xfrm>
            <a:prstGeom prst="arc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ACFE92E6-4A9E-E9FE-D079-CE7474CF9D3B}"/>
                </a:ext>
              </a:extLst>
            </p:cNvPr>
            <p:cNvSpPr/>
            <p:nvPr/>
          </p:nvSpPr>
          <p:spPr>
            <a:xfrm rot="20401258">
              <a:off x="2624365" y="3851213"/>
              <a:ext cx="87390" cy="174658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Arc 64">
              <a:extLst>
                <a:ext uri="{FF2B5EF4-FFF2-40B4-BE49-F238E27FC236}">
                  <a16:creationId xmlns:a16="http://schemas.microsoft.com/office/drawing/2014/main" id="{F0773A04-80CE-4C44-01FE-90D698961EC8}"/>
                </a:ext>
              </a:extLst>
            </p:cNvPr>
            <p:cNvSpPr/>
            <p:nvPr/>
          </p:nvSpPr>
          <p:spPr>
            <a:xfrm rot="512273">
              <a:off x="2690818" y="4212197"/>
              <a:ext cx="366479" cy="84291"/>
            </a:xfrm>
            <a:prstGeom prst="arc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Arc 65">
              <a:extLst>
                <a:ext uri="{FF2B5EF4-FFF2-40B4-BE49-F238E27FC236}">
                  <a16:creationId xmlns:a16="http://schemas.microsoft.com/office/drawing/2014/main" id="{6F120A1B-78BE-EE18-9B93-81F1198061FF}"/>
                </a:ext>
              </a:extLst>
            </p:cNvPr>
            <p:cNvSpPr/>
            <p:nvPr/>
          </p:nvSpPr>
          <p:spPr>
            <a:xfrm rot="20883052">
              <a:off x="2693233" y="4288244"/>
              <a:ext cx="366479" cy="84291"/>
            </a:xfrm>
            <a:prstGeom prst="arc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Arc 66">
              <a:extLst>
                <a:ext uri="{FF2B5EF4-FFF2-40B4-BE49-F238E27FC236}">
                  <a16:creationId xmlns:a16="http://schemas.microsoft.com/office/drawing/2014/main" id="{5BAFDDB0-C2EB-DF60-4D50-80D52F704201}"/>
                </a:ext>
              </a:extLst>
            </p:cNvPr>
            <p:cNvSpPr/>
            <p:nvPr/>
          </p:nvSpPr>
          <p:spPr>
            <a:xfrm rot="20297327">
              <a:off x="2714668" y="4334844"/>
              <a:ext cx="366479" cy="84291"/>
            </a:xfrm>
            <a:prstGeom prst="arc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Arc 67">
              <a:extLst>
                <a:ext uri="{FF2B5EF4-FFF2-40B4-BE49-F238E27FC236}">
                  <a16:creationId xmlns:a16="http://schemas.microsoft.com/office/drawing/2014/main" id="{4D38D8E6-00C5-8122-0F61-DD822B2D2AAE}"/>
                </a:ext>
              </a:extLst>
            </p:cNvPr>
            <p:cNvSpPr/>
            <p:nvPr/>
          </p:nvSpPr>
          <p:spPr>
            <a:xfrm rot="17991802">
              <a:off x="2843351" y="4422460"/>
              <a:ext cx="380433" cy="81200"/>
            </a:xfrm>
            <a:prstGeom prst="arc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Arc 68">
              <a:extLst>
                <a:ext uri="{FF2B5EF4-FFF2-40B4-BE49-F238E27FC236}">
                  <a16:creationId xmlns:a16="http://schemas.microsoft.com/office/drawing/2014/main" id="{19379560-BCB2-335A-0FE1-E152E120F982}"/>
                </a:ext>
              </a:extLst>
            </p:cNvPr>
            <p:cNvSpPr/>
            <p:nvPr/>
          </p:nvSpPr>
          <p:spPr>
            <a:xfrm rot="21178739" flipH="1">
              <a:off x="3116369" y="4217696"/>
              <a:ext cx="268765" cy="80103"/>
            </a:xfrm>
            <a:prstGeom prst="arc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Arc 69">
              <a:extLst>
                <a:ext uri="{FF2B5EF4-FFF2-40B4-BE49-F238E27FC236}">
                  <a16:creationId xmlns:a16="http://schemas.microsoft.com/office/drawing/2014/main" id="{7C031EE4-BC03-4133-082C-F86191EB90BC}"/>
                </a:ext>
              </a:extLst>
            </p:cNvPr>
            <p:cNvSpPr/>
            <p:nvPr/>
          </p:nvSpPr>
          <p:spPr>
            <a:xfrm rot="273135" flipH="1">
              <a:off x="3139381" y="4261348"/>
              <a:ext cx="291464" cy="62397"/>
            </a:xfrm>
            <a:prstGeom prst="arc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Arc 70">
              <a:extLst>
                <a:ext uri="{FF2B5EF4-FFF2-40B4-BE49-F238E27FC236}">
                  <a16:creationId xmlns:a16="http://schemas.microsoft.com/office/drawing/2014/main" id="{D52259BB-6659-B6AD-BCA0-854ABA0FC7AE}"/>
                </a:ext>
              </a:extLst>
            </p:cNvPr>
            <p:cNvSpPr/>
            <p:nvPr/>
          </p:nvSpPr>
          <p:spPr>
            <a:xfrm rot="20908532" flipH="1">
              <a:off x="3126471" y="4177169"/>
              <a:ext cx="268765" cy="80103"/>
            </a:xfrm>
            <a:prstGeom prst="arc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Arc 71">
              <a:extLst>
                <a:ext uri="{FF2B5EF4-FFF2-40B4-BE49-F238E27FC236}">
                  <a16:creationId xmlns:a16="http://schemas.microsoft.com/office/drawing/2014/main" id="{958D45F2-4625-C15D-3D06-181BD9FEB05C}"/>
                </a:ext>
              </a:extLst>
            </p:cNvPr>
            <p:cNvSpPr/>
            <p:nvPr/>
          </p:nvSpPr>
          <p:spPr>
            <a:xfrm rot="1255848" flipH="1">
              <a:off x="3162194" y="4304564"/>
              <a:ext cx="268765" cy="80103"/>
            </a:xfrm>
            <a:prstGeom prst="arc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7C116E88-13BE-5C81-BCAA-596DE8897EA7}"/>
                </a:ext>
              </a:extLst>
            </p:cNvPr>
            <p:cNvSpPr/>
            <p:nvPr/>
          </p:nvSpPr>
          <p:spPr>
            <a:xfrm>
              <a:off x="3053930" y="4244706"/>
              <a:ext cx="114268" cy="104077"/>
            </a:xfrm>
            <a:prstGeom prst="ellipse">
              <a:avLst/>
            </a:prstGeom>
            <a:solidFill>
              <a:srgbClr val="B59194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37B7A154-9304-BEF4-1F25-24B60C9FE0E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75694" y="4627447"/>
              <a:ext cx="55583" cy="2024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9A0224F3-35F7-62BC-B56A-E0CF0F126F6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75694" y="4644093"/>
              <a:ext cx="55583" cy="2024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54FCF2A8-5AE1-45AB-F683-1634B918D4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73706" y="4660400"/>
              <a:ext cx="55583" cy="2024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AA93C3F7-4422-56C4-DE69-0A80D584996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46242" y="4672120"/>
              <a:ext cx="55583" cy="2024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99F59656-3501-EFFE-6556-57613EF26BF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24338" y="4569317"/>
              <a:ext cx="55583" cy="2024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E4951AC5-B4F3-961F-CA9B-D4CDC30B01B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17092" y="4592242"/>
              <a:ext cx="55583" cy="2024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8331D64F-A41F-55EF-4859-A48BFF06A1D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06083" y="4616368"/>
              <a:ext cx="55583" cy="2024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B2569222-1DD7-073E-886B-6A57B52BE395}"/>
              </a:ext>
            </a:extLst>
          </p:cNvPr>
          <p:cNvGrpSpPr/>
          <p:nvPr/>
        </p:nvGrpSpPr>
        <p:grpSpPr>
          <a:xfrm>
            <a:off x="11596631" y="4526609"/>
            <a:ext cx="983598" cy="1636427"/>
            <a:chOff x="8929037" y="2961892"/>
            <a:chExt cx="983598" cy="1636427"/>
          </a:xfrm>
        </p:grpSpPr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927A19E8-880F-5B73-01D8-4EBB2E7696FB}"/>
                </a:ext>
              </a:extLst>
            </p:cNvPr>
            <p:cNvGrpSpPr/>
            <p:nvPr/>
          </p:nvGrpSpPr>
          <p:grpSpPr>
            <a:xfrm>
              <a:off x="8929037" y="2961892"/>
              <a:ext cx="701396" cy="641829"/>
              <a:chOff x="8929037" y="2961892"/>
              <a:chExt cx="701396" cy="641829"/>
            </a:xfrm>
          </p:grpSpPr>
          <p:grpSp>
            <p:nvGrpSpPr>
              <p:cNvPr id="84" name="Group 83">
                <a:extLst>
                  <a:ext uri="{FF2B5EF4-FFF2-40B4-BE49-F238E27FC236}">
                    <a16:creationId xmlns:a16="http://schemas.microsoft.com/office/drawing/2014/main" id="{F970D7B6-7E32-EA0C-28A4-989AAB3C19EA}"/>
                  </a:ext>
                </a:extLst>
              </p:cNvPr>
              <p:cNvGrpSpPr/>
              <p:nvPr/>
            </p:nvGrpSpPr>
            <p:grpSpPr>
              <a:xfrm rot="199363">
                <a:off x="8929037" y="2961892"/>
                <a:ext cx="701396" cy="641829"/>
                <a:chOff x="8870241" y="1241642"/>
                <a:chExt cx="701396" cy="641829"/>
              </a:xfrm>
              <a:solidFill>
                <a:schemeClr val="accent6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88" name="Freeform: Shape 87">
                  <a:extLst>
                    <a:ext uri="{FF2B5EF4-FFF2-40B4-BE49-F238E27FC236}">
                      <a16:creationId xmlns:a16="http://schemas.microsoft.com/office/drawing/2014/main" id="{F5AF3B0B-46C5-DC7A-7CAD-E77D5F07D6DE}"/>
                    </a:ext>
                  </a:extLst>
                </p:cNvPr>
                <p:cNvSpPr/>
                <p:nvPr/>
              </p:nvSpPr>
              <p:spPr>
                <a:xfrm>
                  <a:off x="8916171" y="1241642"/>
                  <a:ext cx="509580" cy="641829"/>
                </a:xfrm>
                <a:custGeom>
                  <a:avLst/>
                  <a:gdLst>
                    <a:gd name="csX0" fmla="*/ 88061 w 454001"/>
                    <a:gd name="csY0" fmla="*/ 530463 h 530463"/>
                    <a:gd name="csX1" fmla="*/ 25 w 454001"/>
                    <a:gd name="csY1" fmla="*/ 334114 h 530463"/>
                    <a:gd name="csX2" fmla="*/ 96278 w 454001"/>
                    <a:gd name="csY2" fmla="*/ 105514 h 530463"/>
                    <a:gd name="csX3" fmla="*/ 409099 w 454001"/>
                    <a:gd name="csY3" fmla="*/ 9261 h 530463"/>
                    <a:gd name="csX4" fmla="*/ 445194 w 454001"/>
                    <a:gd name="csY4" fmla="*/ 9261 h 53046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454001" h="530463">
                      <a:moveTo>
                        <a:pt x="88061" y="530463"/>
                      </a:moveTo>
                      <a:cubicBezTo>
                        <a:pt x="54974" y="459276"/>
                        <a:pt x="-1344" y="404939"/>
                        <a:pt x="25" y="334114"/>
                      </a:cubicBezTo>
                      <a:cubicBezTo>
                        <a:pt x="1394" y="263289"/>
                        <a:pt x="28099" y="159656"/>
                        <a:pt x="96278" y="105514"/>
                      </a:cubicBezTo>
                      <a:cubicBezTo>
                        <a:pt x="164457" y="51372"/>
                        <a:pt x="350946" y="25303"/>
                        <a:pt x="409099" y="9261"/>
                      </a:cubicBezTo>
                      <a:cubicBezTo>
                        <a:pt x="467252" y="-6781"/>
                        <a:pt x="456223" y="1240"/>
                        <a:pt x="445194" y="9261"/>
                      </a:cubicBezTo>
                    </a:path>
                  </a:pathLst>
                </a:custGeom>
                <a:grpFill/>
                <a:ln w="38100"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Freeform: Shape 88">
                  <a:extLst>
                    <a:ext uri="{FF2B5EF4-FFF2-40B4-BE49-F238E27FC236}">
                      <a16:creationId xmlns:a16="http://schemas.microsoft.com/office/drawing/2014/main" id="{A1F95BFD-E868-FF91-99AF-569A6B949892}"/>
                    </a:ext>
                  </a:extLst>
                </p:cNvPr>
                <p:cNvSpPr/>
                <p:nvPr/>
              </p:nvSpPr>
              <p:spPr>
                <a:xfrm rot="3507530" flipH="1">
                  <a:off x="9019782" y="1251608"/>
                  <a:ext cx="402314" cy="701396"/>
                </a:xfrm>
                <a:custGeom>
                  <a:avLst/>
                  <a:gdLst>
                    <a:gd name="csX0" fmla="*/ 82372 w 459491"/>
                    <a:gd name="csY0" fmla="*/ 578325 h 578325"/>
                    <a:gd name="csX1" fmla="*/ 77 w 459491"/>
                    <a:gd name="csY1" fmla="*/ 353878 h 578325"/>
                    <a:gd name="csX2" fmla="*/ 96330 w 459491"/>
                    <a:gd name="csY2" fmla="*/ 125278 h 578325"/>
                    <a:gd name="csX3" fmla="*/ 459491 w 459491"/>
                    <a:gd name="csY3" fmla="*/ 0 h 57832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459491" h="578325">
                      <a:moveTo>
                        <a:pt x="82372" y="578325"/>
                      </a:moveTo>
                      <a:cubicBezTo>
                        <a:pt x="49285" y="507138"/>
                        <a:pt x="-2249" y="429386"/>
                        <a:pt x="77" y="353878"/>
                      </a:cubicBezTo>
                      <a:cubicBezTo>
                        <a:pt x="2403" y="278370"/>
                        <a:pt x="19761" y="184258"/>
                        <a:pt x="96330" y="125278"/>
                      </a:cubicBezTo>
                      <a:cubicBezTo>
                        <a:pt x="172899" y="66298"/>
                        <a:pt x="387430" y="29114"/>
                        <a:pt x="459491" y="0"/>
                      </a:cubicBezTo>
                    </a:path>
                  </a:pathLst>
                </a:custGeom>
                <a:grpFill/>
                <a:ln w="38100"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85" name="Arc 84">
                <a:extLst>
                  <a:ext uri="{FF2B5EF4-FFF2-40B4-BE49-F238E27FC236}">
                    <a16:creationId xmlns:a16="http://schemas.microsoft.com/office/drawing/2014/main" id="{BF89A554-7590-6131-5893-FBA8AB229204}"/>
                  </a:ext>
                </a:extLst>
              </p:cNvPr>
              <p:cNvSpPr/>
              <p:nvPr/>
            </p:nvSpPr>
            <p:spPr>
              <a:xfrm rot="9605115">
                <a:off x="9052952" y="3203783"/>
                <a:ext cx="217029" cy="314740"/>
              </a:xfrm>
              <a:prstGeom prst="arc">
                <a:avLst/>
              </a:prstGeom>
              <a:ln>
                <a:solidFill>
                  <a:srgbClr val="13511C"/>
                </a:solidFill>
              </a:ln>
            </p:spPr>
            <p:style>
              <a:lnRef idx="2">
                <a:schemeClr val="accent3"/>
              </a:lnRef>
              <a:fillRef idx="0">
                <a:schemeClr val="accent3"/>
              </a:fillRef>
              <a:effectRef idx="1">
                <a:schemeClr val="accent3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" name="Arc 85">
                <a:extLst>
                  <a:ext uri="{FF2B5EF4-FFF2-40B4-BE49-F238E27FC236}">
                    <a16:creationId xmlns:a16="http://schemas.microsoft.com/office/drawing/2014/main" id="{86232835-5A35-ADFE-C805-2A652F9A9DB5}"/>
                  </a:ext>
                </a:extLst>
              </p:cNvPr>
              <p:cNvSpPr/>
              <p:nvPr/>
            </p:nvSpPr>
            <p:spPr>
              <a:xfrm rot="9605115">
                <a:off x="9101911" y="3110260"/>
                <a:ext cx="217029" cy="314740"/>
              </a:xfrm>
              <a:prstGeom prst="arc">
                <a:avLst>
                  <a:gd name="adj1" fmla="val 15874131"/>
                  <a:gd name="adj2" fmla="val 1350044"/>
                </a:avLst>
              </a:prstGeom>
              <a:ln>
                <a:solidFill>
                  <a:srgbClr val="13511C"/>
                </a:solidFill>
              </a:ln>
            </p:spPr>
            <p:style>
              <a:lnRef idx="2">
                <a:schemeClr val="accent3"/>
              </a:lnRef>
              <a:fillRef idx="0">
                <a:schemeClr val="accent3"/>
              </a:fillRef>
              <a:effectRef idx="1">
                <a:schemeClr val="accent3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7" name="Arc 86">
                <a:extLst>
                  <a:ext uri="{FF2B5EF4-FFF2-40B4-BE49-F238E27FC236}">
                    <a16:creationId xmlns:a16="http://schemas.microsoft.com/office/drawing/2014/main" id="{A79FBB25-CAC9-2BB5-78C4-B3E412992499}"/>
                  </a:ext>
                </a:extLst>
              </p:cNvPr>
              <p:cNvSpPr/>
              <p:nvPr/>
            </p:nvSpPr>
            <p:spPr>
              <a:xfrm rot="9605115">
                <a:off x="9197654" y="2984824"/>
                <a:ext cx="251670" cy="358188"/>
              </a:xfrm>
              <a:prstGeom prst="arc">
                <a:avLst>
                  <a:gd name="adj1" fmla="val 16200000"/>
                  <a:gd name="adj2" fmla="val 1800072"/>
                </a:avLst>
              </a:prstGeom>
              <a:ln>
                <a:solidFill>
                  <a:srgbClr val="13511C"/>
                </a:solidFill>
              </a:ln>
            </p:spPr>
            <p:style>
              <a:lnRef idx="2">
                <a:schemeClr val="accent3"/>
              </a:lnRef>
              <a:fillRef idx="0">
                <a:schemeClr val="accent3"/>
              </a:fillRef>
              <a:effectRef idx="1">
                <a:schemeClr val="accent3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83" name="Arc 82">
              <a:extLst>
                <a:ext uri="{FF2B5EF4-FFF2-40B4-BE49-F238E27FC236}">
                  <a16:creationId xmlns:a16="http://schemas.microsoft.com/office/drawing/2014/main" id="{AD9A83E2-5166-E60A-0413-142F94D6684D}"/>
                </a:ext>
              </a:extLst>
            </p:cNvPr>
            <p:cNvSpPr/>
            <p:nvPr/>
          </p:nvSpPr>
          <p:spPr>
            <a:xfrm rot="17619608">
              <a:off x="8646912" y="3332596"/>
              <a:ext cx="1617046" cy="914400"/>
            </a:xfrm>
            <a:prstGeom prst="arc">
              <a:avLst>
                <a:gd name="adj1" fmla="val 14834143"/>
                <a:gd name="adj2" fmla="val 19800071"/>
              </a:avLst>
            </a:prstGeom>
            <a:ln w="381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6F3D9ACD-4256-35C0-CAC3-65831078E79A}"/>
              </a:ext>
            </a:extLst>
          </p:cNvPr>
          <p:cNvGrpSpPr/>
          <p:nvPr/>
        </p:nvGrpSpPr>
        <p:grpSpPr>
          <a:xfrm>
            <a:off x="10331127" y="4907695"/>
            <a:ext cx="735014" cy="302872"/>
            <a:chOff x="6755245" y="1425549"/>
            <a:chExt cx="909708" cy="28999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9C4B2FA-7775-AF3E-DF61-F950E179D30D}"/>
                </a:ext>
              </a:extLst>
            </p:cNvPr>
            <p:cNvSpPr/>
            <p:nvPr/>
          </p:nvSpPr>
          <p:spPr>
            <a:xfrm>
              <a:off x="6765164" y="1425549"/>
              <a:ext cx="899789" cy="110876"/>
            </a:xfrm>
            <a:custGeom>
              <a:avLst/>
              <a:gdLst>
                <a:gd name="csX0" fmla="*/ 0 w 971550"/>
                <a:gd name="csY0" fmla="*/ 85832 h 114444"/>
                <a:gd name="csX1" fmla="*/ 114300 w 971550"/>
                <a:gd name="csY1" fmla="*/ 107 h 114444"/>
                <a:gd name="csX2" fmla="*/ 228600 w 971550"/>
                <a:gd name="csY2" fmla="*/ 66782 h 114444"/>
                <a:gd name="csX3" fmla="*/ 400050 w 971550"/>
                <a:gd name="csY3" fmla="*/ 9632 h 114444"/>
                <a:gd name="csX4" fmla="*/ 533400 w 971550"/>
                <a:gd name="csY4" fmla="*/ 104882 h 114444"/>
                <a:gd name="csX5" fmla="*/ 695325 w 971550"/>
                <a:gd name="csY5" fmla="*/ 9632 h 114444"/>
                <a:gd name="csX6" fmla="*/ 819150 w 971550"/>
                <a:gd name="csY6" fmla="*/ 114407 h 114444"/>
                <a:gd name="csX7" fmla="*/ 971550 w 971550"/>
                <a:gd name="csY7" fmla="*/ 19157 h 1144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971550" h="114444">
                  <a:moveTo>
                    <a:pt x="0" y="85832"/>
                  </a:moveTo>
                  <a:cubicBezTo>
                    <a:pt x="38100" y="44557"/>
                    <a:pt x="76200" y="3282"/>
                    <a:pt x="114300" y="107"/>
                  </a:cubicBezTo>
                  <a:cubicBezTo>
                    <a:pt x="152400" y="-3068"/>
                    <a:pt x="180975" y="65195"/>
                    <a:pt x="228600" y="66782"/>
                  </a:cubicBezTo>
                  <a:cubicBezTo>
                    <a:pt x="276225" y="68369"/>
                    <a:pt x="349250" y="3282"/>
                    <a:pt x="400050" y="9632"/>
                  </a:cubicBezTo>
                  <a:cubicBezTo>
                    <a:pt x="450850" y="15982"/>
                    <a:pt x="484188" y="104882"/>
                    <a:pt x="533400" y="104882"/>
                  </a:cubicBezTo>
                  <a:cubicBezTo>
                    <a:pt x="582612" y="104882"/>
                    <a:pt x="647700" y="8045"/>
                    <a:pt x="695325" y="9632"/>
                  </a:cubicBezTo>
                  <a:cubicBezTo>
                    <a:pt x="742950" y="11219"/>
                    <a:pt x="773113" y="112820"/>
                    <a:pt x="819150" y="114407"/>
                  </a:cubicBezTo>
                  <a:cubicBezTo>
                    <a:pt x="865187" y="115994"/>
                    <a:pt x="918368" y="67575"/>
                    <a:pt x="971550" y="19157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47F12A28-CB0F-9F05-A20B-8E38DA72657F}"/>
                </a:ext>
              </a:extLst>
            </p:cNvPr>
            <p:cNvSpPr/>
            <p:nvPr/>
          </p:nvSpPr>
          <p:spPr>
            <a:xfrm>
              <a:off x="6755245" y="1527841"/>
              <a:ext cx="899789" cy="110877"/>
            </a:xfrm>
            <a:custGeom>
              <a:avLst/>
              <a:gdLst>
                <a:gd name="csX0" fmla="*/ 0 w 971550"/>
                <a:gd name="csY0" fmla="*/ 85832 h 114444"/>
                <a:gd name="csX1" fmla="*/ 114300 w 971550"/>
                <a:gd name="csY1" fmla="*/ 107 h 114444"/>
                <a:gd name="csX2" fmla="*/ 228600 w 971550"/>
                <a:gd name="csY2" fmla="*/ 66782 h 114444"/>
                <a:gd name="csX3" fmla="*/ 400050 w 971550"/>
                <a:gd name="csY3" fmla="*/ 9632 h 114444"/>
                <a:gd name="csX4" fmla="*/ 533400 w 971550"/>
                <a:gd name="csY4" fmla="*/ 104882 h 114444"/>
                <a:gd name="csX5" fmla="*/ 695325 w 971550"/>
                <a:gd name="csY5" fmla="*/ 9632 h 114444"/>
                <a:gd name="csX6" fmla="*/ 819150 w 971550"/>
                <a:gd name="csY6" fmla="*/ 114407 h 114444"/>
                <a:gd name="csX7" fmla="*/ 971550 w 971550"/>
                <a:gd name="csY7" fmla="*/ 19157 h 1144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971550" h="114444">
                  <a:moveTo>
                    <a:pt x="0" y="85832"/>
                  </a:moveTo>
                  <a:cubicBezTo>
                    <a:pt x="38100" y="44557"/>
                    <a:pt x="76200" y="3282"/>
                    <a:pt x="114300" y="107"/>
                  </a:cubicBezTo>
                  <a:cubicBezTo>
                    <a:pt x="152400" y="-3068"/>
                    <a:pt x="180975" y="65195"/>
                    <a:pt x="228600" y="66782"/>
                  </a:cubicBezTo>
                  <a:cubicBezTo>
                    <a:pt x="276225" y="68369"/>
                    <a:pt x="349250" y="3282"/>
                    <a:pt x="400050" y="9632"/>
                  </a:cubicBezTo>
                  <a:cubicBezTo>
                    <a:pt x="450850" y="15982"/>
                    <a:pt x="484188" y="104882"/>
                    <a:pt x="533400" y="104882"/>
                  </a:cubicBezTo>
                  <a:cubicBezTo>
                    <a:pt x="582612" y="104882"/>
                    <a:pt x="647700" y="8045"/>
                    <a:pt x="695325" y="9632"/>
                  </a:cubicBezTo>
                  <a:cubicBezTo>
                    <a:pt x="742950" y="11219"/>
                    <a:pt x="773113" y="112820"/>
                    <a:pt x="819150" y="114407"/>
                  </a:cubicBezTo>
                  <a:cubicBezTo>
                    <a:pt x="865187" y="115994"/>
                    <a:pt x="918368" y="67575"/>
                    <a:pt x="971550" y="19157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38F03C74-2CBF-513A-4888-EF01B5ADE25E}"/>
                </a:ext>
              </a:extLst>
            </p:cNvPr>
            <p:cNvSpPr/>
            <p:nvPr/>
          </p:nvSpPr>
          <p:spPr>
            <a:xfrm>
              <a:off x="6758075" y="1604662"/>
              <a:ext cx="899789" cy="110878"/>
            </a:xfrm>
            <a:custGeom>
              <a:avLst/>
              <a:gdLst>
                <a:gd name="csX0" fmla="*/ 0 w 971550"/>
                <a:gd name="csY0" fmla="*/ 85832 h 114444"/>
                <a:gd name="csX1" fmla="*/ 114300 w 971550"/>
                <a:gd name="csY1" fmla="*/ 107 h 114444"/>
                <a:gd name="csX2" fmla="*/ 228600 w 971550"/>
                <a:gd name="csY2" fmla="*/ 66782 h 114444"/>
                <a:gd name="csX3" fmla="*/ 400050 w 971550"/>
                <a:gd name="csY3" fmla="*/ 9632 h 114444"/>
                <a:gd name="csX4" fmla="*/ 533400 w 971550"/>
                <a:gd name="csY4" fmla="*/ 104882 h 114444"/>
                <a:gd name="csX5" fmla="*/ 695325 w 971550"/>
                <a:gd name="csY5" fmla="*/ 9632 h 114444"/>
                <a:gd name="csX6" fmla="*/ 819150 w 971550"/>
                <a:gd name="csY6" fmla="*/ 114407 h 114444"/>
                <a:gd name="csX7" fmla="*/ 971550 w 971550"/>
                <a:gd name="csY7" fmla="*/ 19157 h 1144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971550" h="114444">
                  <a:moveTo>
                    <a:pt x="0" y="85832"/>
                  </a:moveTo>
                  <a:cubicBezTo>
                    <a:pt x="38100" y="44557"/>
                    <a:pt x="76200" y="3282"/>
                    <a:pt x="114300" y="107"/>
                  </a:cubicBezTo>
                  <a:cubicBezTo>
                    <a:pt x="152400" y="-3068"/>
                    <a:pt x="180975" y="65195"/>
                    <a:pt x="228600" y="66782"/>
                  </a:cubicBezTo>
                  <a:cubicBezTo>
                    <a:pt x="276225" y="68369"/>
                    <a:pt x="349250" y="3282"/>
                    <a:pt x="400050" y="9632"/>
                  </a:cubicBezTo>
                  <a:cubicBezTo>
                    <a:pt x="450850" y="15982"/>
                    <a:pt x="484188" y="104882"/>
                    <a:pt x="533400" y="104882"/>
                  </a:cubicBezTo>
                  <a:cubicBezTo>
                    <a:pt x="582612" y="104882"/>
                    <a:pt x="647700" y="8045"/>
                    <a:pt x="695325" y="9632"/>
                  </a:cubicBezTo>
                  <a:cubicBezTo>
                    <a:pt x="742950" y="11219"/>
                    <a:pt x="773113" y="112820"/>
                    <a:pt x="819150" y="114407"/>
                  </a:cubicBezTo>
                  <a:cubicBezTo>
                    <a:pt x="865187" y="115994"/>
                    <a:pt x="918368" y="67575"/>
                    <a:pt x="971550" y="19157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4E1EC7AC-ED3E-74F4-A59B-FDFA8D07F681}"/>
              </a:ext>
            </a:extLst>
          </p:cNvPr>
          <p:cNvGrpSpPr>
            <a:grpSpLocks noChangeAspect="1"/>
          </p:cNvGrpSpPr>
          <p:nvPr/>
        </p:nvGrpSpPr>
        <p:grpSpPr>
          <a:xfrm>
            <a:off x="7267576" y="6471445"/>
            <a:ext cx="579362" cy="1250155"/>
            <a:chOff x="4371981" y="4845845"/>
            <a:chExt cx="1101216" cy="2376216"/>
          </a:xfrm>
        </p:grpSpPr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00743BF7-303A-F26D-A4B6-A7A0E1BE6A0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71981" y="6078114"/>
              <a:ext cx="1101216" cy="1143947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: Rounded Corners 95">
              <a:extLst>
                <a:ext uri="{FF2B5EF4-FFF2-40B4-BE49-F238E27FC236}">
                  <a16:creationId xmlns:a16="http://schemas.microsoft.com/office/drawing/2014/main" id="{4ABC20B8-0E04-80A8-CFF0-C89DE9DDF22E}"/>
                </a:ext>
              </a:extLst>
            </p:cNvPr>
            <p:cNvSpPr/>
            <p:nvPr/>
          </p:nvSpPr>
          <p:spPr>
            <a:xfrm>
              <a:off x="4685553" y="4845845"/>
              <a:ext cx="478118" cy="1655440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0DED2637-03E3-C249-D44D-E677669DAC7F}"/>
                </a:ext>
              </a:extLst>
            </p:cNvPr>
            <p:cNvSpPr/>
            <p:nvPr/>
          </p:nvSpPr>
          <p:spPr>
            <a:xfrm>
              <a:off x="5117721" y="6147578"/>
              <a:ext cx="105118" cy="257985"/>
            </a:xfrm>
            <a:custGeom>
              <a:avLst/>
              <a:gdLst>
                <a:gd name="csX0" fmla="*/ 2381 w 100013"/>
                <a:gd name="csY0" fmla="*/ 130969 h 185737"/>
                <a:gd name="csX1" fmla="*/ 100013 w 100013"/>
                <a:gd name="csY1" fmla="*/ 185737 h 185737"/>
                <a:gd name="csX2" fmla="*/ 95250 w 100013"/>
                <a:gd name="csY2" fmla="*/ 47625 h 185737"/>
                <a:gd name="csX3" fmla="*/ 19050 w 100013"/>
                <a:gd name="csY3" fmla="*/ 0 h 185737"/>
                <a:gd name="csX4" fmla="*/ 0 w 100013"/>
                <a:gd name="csY4" fmla="*/ 0 h 185737"/>
                <a:gd name="csX5" fmla="*/ 2381 w 100013"/>
                <a:gd name="csY5" fmla="*/ 130969 h 1857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00013" h="185737">
                  <a:moveTo>
                    <a:pt x="2381" y="130969"/>
                  </a:moveTo>
                  <a:lnTo>
                    <a:pt x="100013" y="185737"/>
                  </a:lnTo>
                  <a:lnTo>
                    <a:pt x="95250" y="47625"/>
                  </a:lnTo>
                  <a:lnTo>
                    <a:pt x="19050" y="0"/>
                  </a:lnTo>
                  <a:lnTo>
                    <a:pt x="0" y="0"/>
                  </a:lnTo>
                  <a:cubicBezTo>
                    <a:pt x="794" y="43656"/>
                    <a:pt x="1587" y="87313"/>
                    <a:pt x="2381" y="130969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9CA93C0F-C637-E05E-9185-CCB50F9B98A8}"/>
                </a:ext>
              </a:extLst>
            </p:cNvPr>
            <p:cNvSpPr/>
            <p:nvPr/>
          </p:nvSpPr>
          <p:spPr>
            <a:xfrm flipH="1">
              <a:off x="4626385" y="6141015"/>
              <a:ext cx="104639" cy="244176"/>
            </a:xfrm>
            <a:custGeom>
              <a:avLst/>
              <a:gdLst>
                <a:gd name="csX0" fmla="*/ 2381 w 100013"/>
                <a:gd name="csY0" fmla="*/ 130969 h 185737"/>
                <a:gd name="csX1" fmla="*/ 100013 w 100013"/>
                <a:gd name="csY1" fmla="*/ 185737 h 185737"/>
                <a:gd name="csX2" fmla="*/ 95250 w 100013"/>
                <a:gd name="csY2" fmla="*/ 47625 h 185737"/>
                <a:gd name="csX3" fmla="*/ 19050 w 100013"/>
                <a:gd name="csY3" fmla="*/ 0 h 185737"/>
                <a:gd name="csX4" fmla="*/ 0 w 100013"/>
                <a:gd name="csY4" fmla="*/ 0 h 185737"/>
                <a:gd name="csX5" fmla="*/ 2381 w 100013"/>
                <a:gd name="csY5" fmla="*/ 130969 h 1857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00013" h="185737">
                  <a:moveTo>
                    <a:pt x="2381" y="130969"/>
                  </a:moveTo>
                  <a:lnTo>
                    <a:pt x="100013" y="185737"/>
                  </a:lnTo>
                  <a:lnTo>
                    <a:pt x="95250" y="47625"/>
                  </a:lnTo>
                  <a:lnTo>
                    <a:pt x="19050" y="0"/>
                  </a:lnTo>
                  <a:lnTo>
                    <a:pt x="0" y="0"/>
                  </a:lnTo>
                  <a:cubicBezTo>
                    <a:pt x="794" y="43656"/>
                    <a:pt x="1587" y="87313"/>
                    <a:pt x="2381" y="130969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B891065E-34AB-D5F4-A31F-A46066297EC5}"/>
                </a:ext>
              </a:extLst>
            </p:cNvPr>
            <p:cNvSpPr/>
            <p:nvPr/>
          </p:nvSpPr>
          <p:spPr>
            <a:xfrm>
              <a:off x="4461954" y="6224337"/>
              <a:ext cx="914400" cy="9144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: Rounded Corners 99">
              <a:extLst>
                <a:ext uri="{FF2B5EF4-FFF2-40B4-BE49-F238E27FC236}">
                  <a16:creationId xmlns:a16="http://schemas.microsoft.com/office/drawing/2014/main" id="{C0A08B17-C87D-273F-A9D6-C2DBD372E309}"/>
                </a:ext>
              </a:extLst>
            </p:cNvPr>
            <p:cNvSpPr/>
            <p:nvPr/>
          </p:nvSpPr>
          <p:spPr>
            <a:xfrm>
              <a:off x="4731027" y="5213684"/>
              <a:ext cx="386694" cy="1557213"/>
            </a:xfrm>
            <a:prstGeom prst="round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4C7715C6-9D71-E606-FFEB-B6ADF6DB1495}"/>
                </a:ext>
              </a:extLst>
            </p:cNvPr>
            <p:cNvCxnSpPr>
              <a:cxnSpLocks/>
            </p:cNvCxnSpPr>
            <p:nvPr/>
          </p:nvCxnSpPr>
          <p:spPr>
            <a:xfrm>
              <a:off x="4908884" y="5855368"/>
              <a:ext cx="208837" cy="0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4EEB1564-1424-7D1D-50C0-64FAB17FE1DA}"/>
                </a:ext>
              </a:extLst>
            </p:cNvPr>
            <p:cNvCxnSpPr>
              <a:cxnSpLocks/>
            </p:cNvCxnSpPr>
            <p:nvPr/>
          </p:nvCxnSpPr>
          <p:spPr>
            <a:xfrm>
              <a:off x="4908884" y="5738632"/>
              <a:ext cx="208837" cy="0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3353E1D5-0986-E092-9DD9-6E000E20CB3B}"/>
                </a:ext>
              </a:extLst>
            </p:cNvPr>
            <p:cNvCxnSpPr>
              <a:cxnSpLocks/>
            </p:cNvCxnSpPr>
            <p:nvPr/>
          </p:nvCxnSpPr>
          <p:spPr>
            <a:xfrm>
              <a:off x="4908884" y="5621895"/>
              <a:ext cx="208837" cy="0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79B91BF3-FB7D-DAB1-B721-3CBD8C60A477}"/>
                </a:ext>
              </a:extLst>
            </p:cNvPr>
            <p:cNvCxnSpPr>
              <a:cxnSpLocks/>
            </p:cNvCxnSpPr>
            <p:nvPr/>
          </p:nvCxnSpPr>
          <p:spPr>
            <a:xfrm>
              <a:off x="4908884" y="5388421"/>
              <a:ext cx="208837" cy="0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244BFD4B-94A4-7192-DC4D-F246D0B0C30D}"/>
                </a:ext>
              </a:extLst>
            </p:cNvPr>
            <p:cNvCxnSpPr>
              <a:cxnSpLocks/>
            </p:cNvCxnSpPr>
            <p:nvPr/>
          </p:nvCxnSpPr>
          <p:spPr>
            <a:xfrm>
              <a:off x="4908884" y="5505158"/>
              <a:ext cx="208837" cy="0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579B1A60-D594-F03A-8601-8D90B0AA8B76}"/>
                </a:ext>
              </a:extLst>
            </p:cNvPr>
            <p:cNvCxnSpPr>
              <a:cxnSpLocks/>
            </p:cNvCxnSpPr>
            <p:nvPr/>
          </p:nvCxnSpPr>
          <p:spPr>
            <a:xfrm>
              <a:off x="4908884" y="5271684"/>
              <a:ext cx="208837" cy="0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F8237DD-29D1-21A5-11DD-4C61190B5640}"/>
                </a:ext>
              </a:extLst>
            </p:cNvPr>
            <p:cNvCxnSpPr>
              <a:cxnSpLocks/>
            </p:cNvCxnSpPr>
            <p:nvPr/>
          </p:nvCxnSpPr>
          <p:spPr>
            <a:xfrm>
              <a:off x="4908884" y="5154947"/>
              <a:ext cx="208837" cy="0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BB1A1A4D-A2DF-503C-62B1-D54A9C6EAFC7}"/>
                </a:ext>
              </a:extLst>
            </p:cNvPr>
            <p:cNvCxnSpPr>
              <a:cxnSpLocks/>
            </p:cNvCxnSpPr>
            <p:nvPr/>
          </p:nvCxnSpPr>
          <p:spPr>
            <a:xfrm>
              <a:off x="4908884" y="5038210"/>
              <a:ext cx="208837" cy="0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877FFA1-943D-19B9-6E3B-A8394FFB4B56}"/>
                </a:ext>
              </a:extLst>
            </p:cNvPr>
            <p:cNvCxnSpPr>
              <a:cxnSpLocks/>
            </p:cNvCxnSpPr>
            <p:nvPr/>
          </p:nvCxnSpPr>
          <p:spPr>
            <a:xfrm>
              <a:off x="4908884" y="4921473"/>
              <a:ext cx="208837" cy="0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60AAC198-C8EC-708F-DC53-C44709C8A922}"/>
                </a:ext>
              </a:extLst>
            </p:cNvPr>
            <p:cNvCxnSpPr>
              <a:cxnSpLocks/>
            </p:cNvCxnSpPr>
            <p:nvPr/>
          </p:nvCxnSpPr>
          <p:spPr>
            <a:xfrm>
              <a:off x="4908884" y="5959922"/>
              <a:ext cx="208837" cy="0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524908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191</Words>
  <Application>Microsoft Office PowerPoint</Application>
  <PresentationFormat>Custom</PresentationFormat>
  <Paragraphs>37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Icons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Szydlowski</dc:creator>
  <cp:lastModifiedBy>Daniel Szydlowski</cp:lastModifiedBy>
  <cp:revision>1</cp:revision>
  <dcterms:created xsi:type="dcterms:W3CDTF">2026-10-29T21:25:10Z</dcterms:created>
  <dcterms:modified xsi:type="dcterms:W3CDTF">2026-10-29T21:26:42Z</dcterms:modified>
</cp:coreProperties>
</file>